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2" r:id="rId1"/>
    <p:sldMasterId id="2147483713" r:id="rId2"/>
  </p:sldMasterIdLst>
  <p:notesMasterIdLst>
    <p:notesMasterId r:id="rId13"/>
  </p:notesMasterIdLst>
  <p:sldIdLst>
    <p:sldId id="256" r:id="rId3"/>
    <p:sldId id="257" r:id="rId4"/>
    <p:sldId id="258" r:id="rId5"/>
    <p:sldId id="259" r:id="rId6"/>
    <p:sldId id="260" r:id="rId7"/>
    <p:sldId id="261" r:id="rId8"/>
    <p:sldId id="262" r:id="rId9"/>
    <p:sldId id="263" r:id="rId10"/>
    <p:sldId id="264" r:id="rId11"/>
    <p:sldId id="265" r:id="rId12"/>
  </p:sldIdLst>
  <p:sldSz cx="9144000" cy="5143500" type="screen16x9"/>
  <p:notesSz cx="6858000" cy="9144000"/>
  <p:embeddedFontLst>
    <p:embeddedFont>
      <p:font typeface="Nanum Myeongjo" panose="020B0604020202020204" charset="-127"/>
      <p:regular r:id="rId14"/>
      <p:bold r:id="rId15"/>
    </p:embeddedFont>
    <p:embeddedFont>
      <p:font typeface="Albert Sans" panose="020B0604020202020204" charset="0"/>
      <p:regular r:id="rId16"/>
      <p:bold r:id="rId17"/>
      <p:italic r:id="rId18"/>
      <p:boldItalic r:id="rId19"/>
    </p:embeddedFont>
    <p:embeddedFont>
      <p:font typeface="Roboto" panose="020B060402020202020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798" y="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font" Target="fonts/font8.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font" Target="fonts/font2.fntdata"/><Relationship Id="rId23" Type="http://schemas.openxmlformats.org/officeDocument/2006/relationships/font" Target="fonts/font10.fntdata"/><Relationship Id="rId10" Type="http://schemas.openxmlformats.org/officeDocument/2006/relationships/slide" Target="slides/slide8.xml"/><Relationship Id="rId19"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c6f9e470d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c6f9e470d_0_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c6f9e470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c6f9e470d_0_3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c6f9e470d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3976a6c3f3b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3976a6c3f3b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291686be8c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3291686be8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3976a6c3f3b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3976a6c3f3b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3976a6c3f3b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 name="Google Shape;472;g3976a6c3f3b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3976a6c3f3b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3976a6c3f3b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328deb3ce19_0_13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328deb3ce19_0_13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3976a6c3f3b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3976a6c3f3b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1600"/>
              </a:spcBef>
              <a:spcAft>
                <a:spcPts val="0"/>
              </a:spcAft>
              <a:buClr>
                <a:schemeClr val="lt1"/>
              </a:buClr>
              <a:buSzPts val="1400"/>
              <a:buChar char="○"/>
              <a:defRPr>
                <a:solidFill>
                  <a:schemeClr val="lt1"/>
                </a:solidFill>
              </a:defRPr>
            </a:lvl2pPr>
            <a:lvl3pPr marL="1371600" lvl="2" indent="-317500" algn="ctr">
              <a:spcBef>
                <a:spcPts val="1600"/>
              </a:spcBef>
              <a:spcAft>
                <a:spcPts val="0"/>
              </a:spcAft>
              <a:buClr>
                <a:schemeClr val="lt1"/>
              </a:buClr>
              <a:buSzPts val="1400"/>
              <a:buChar char="■"/>
              <a:defRPr>
                <a:solidFill>
                  <a:schemeClr val="lt1"/>
                </a:solidFill>
              </a:defRPr>
            </a:lvl3pPr>
            <a:lvl4pPr marL="1828800" lvl="3" indent="-317500" algn="ctr">
              <a:spcBef>
                <a:spcPts val="1600"/>
              </a:spcBef>
              <a:spcAft>
                <a:spcPts val="0"/>
              </a:spcAft>
              <a:buClr>
                <a:schemeClr val="lt1"/>
              </a:buClr>
              <a:buSzPts val="1400"/>
              <a:buChar char="●"/>
              <a:defRPr>
                <a:solidFill>
                  <a:schemeClr val="lt1"/>
                </a:solidFill>
              </a:defRPr>
            </a:lvl4pPr>
            <a:lvl5pPr marL="2286000" lvl="4" indent="-317500" algn="ctr">
              <a:spcBef>
                <a:spcPts val="1600"/>
              </a:spcBef>
              <a:spcAft>
                <a:spcPts val="0"/>
              </a:spcAft>
              <a:buClr>
                <a:schemeClr val="lt1"/>
              </a:buClr>
              <a:buSzPts val="1400"/>
              <a:buChar char="○"/>
              <a:defRPr>
                <a:solidFill>
                  <a:schemeClr val="lt1"/>
                </a:solidFill>
              </a:defRPr>
            </a:lvl5pPr>
            <a:lvl6pPr marL="2743200" lvl="5" indent="-317500" algn="ctr">
              <a:spcBef>
                <a:spcPts val="1600"/>
              </a:spcBef>
              <a:spcAft>
                <a:spcPts val="0"/>
              </a:spcAft>
              <a:buClr>
                <a:schemeClr val="lt1"/>
              </a:buClr>
              <a:buSzPts val="1400"/>
              <a:buChar char="■"/>
              <a:defRPr>
                <a:solidFill>
                  <a:schemeClr val="lt1"/>
                </a:solidFill>
              </a:defRPr>
            </a:lvl6pPr>
            <a:lvl7pPr marL="3200400" lvl="6" indent="-317500" algn="ctr">
              <a:spcBef>
                <a:spcPts val="1600"/>
              </a:spcBef>
              <a:spcAft>
                <a:spcPts val="0"/>
              </a:spcAft>
              <a:buClr>
                <a:schemeClr val="lt1"/>
              </a:buClr>
              <a:buSzPts val="1400"/>
              <a:buChar char="●"/>
              <a:defRPr>
                <a:solidFill>
                  <a:schemeClr val="lt1"/>
                </a:solidFill>
              </a:defRPr>
            </a:lvl7pPr>
            <a:lvl8pPr marL="3657600" lvl="7" indent="-317500" algn="ctr">
              <a:spcBef>
                <a:spcPts val="1600"/>
              </a:spcBef>
              <a:spcAft>
                <a:spcPts val="0"/>
              </a:spcAft>
              <a:buClr>
                <a:schemeClr val="lt1"/>
              </a:buClr>
              <a:buSzPts val="1400"/>
              <a:buChar char="○"/>
              <a:defRPr>
                <a:solidFill>
                  <a:schemeClr val="lt1"/>
                </a:solidFill>
              </a:defRPr>
            </a:lvl8pPr>
            <a:lvl9pPr marL="4114800" lvl="8" indent="-317500" algn="ctr">
              <a:spcBef>
                <a:spcPts val="1600"/>
              </a:spcBef>
              <a:spcAft>
                <a:spcPts val="160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type="title">
  <p:cSld name="TITLE">
    <p:spTree>
      <p:nvGrpSpPr>
        <p:cNvPr id="1" name="Shape 84"/>
        <p:cNvGrpSpPr/>
        <p:nvPr/>
      </p:nvGrpSpPr>
      <p:grpSpPr>
        <a:xfrm>
          <a:off x="0" y="0"/>
          <a:ext cx="0" cy="0"/>
          <a:chOff x="0" y="0"/>
          <a:chExt cx="0" cy="0"/>
        </a:xfrm>
      </p:grpSpPr>
      <p:sp>
        <p:nvSpPr>
          <p:cNvPr id="85" name="Google Shape;85;p14"/>
          <p:cNvSpPr>
            <a:spLocks noGrp="1"/>
          </p:cNvSpPr>
          <p:nvPr>
            <p:ph type="pic" idx="2"/>
          </p:nvPr>
        </p:nvSpPr>
        <p:spPr>
          <a:xfrm>
            <a:off x="8596800" y="223475"/>
            <a:ext cx="318600" cy="318600"/>
          </a:xfrm>
          <a:prstGeom prst="ellipse">
            <a:avLst/>
          </a:prstGeom>
          <a:noFill/>
          <a:ln>
            <a:noFill/>
          </a:ln>
        </p:spPr>
      </p:sp>
      <p:sp>
        <p:nvSpPr>
          <p:cNvPr id="86" name="Google Shape;86;p14"/>
          <p:cNvSpPr txBox="1">
            <a:spLocks noGrp="1"/>
          </p:cNvSpPr>
          <p:nvPr>
            <p:ph type="title"/>
          </p:nvPr>
        </p:nvSpPr>
        <p:spPr>
          <a:xfrm>
            <a:off x="3780304" y="889050"/>
            <a:ext cx="4446900" cy="1866000"/>
          </a:xfrm>
          <a:prstGeom prst="rect">
            <a:avLst/>
          </a:prstGeom>
        </p:spPr>
        <p:txBody>
          <a:bodyPr spcFirstLastPara="1" wrap="square" lIns="91425" tIns="91425" rIns="91425" bIns="91425" anchor="t" anchorCtr="0">
            <a:noAutofit/>
          </a:bodyPr>
          <a:lstStyle>
            <a:lvl1pPr lvl="0">
              <a:lnSpc>
                <a:spcPct val="86000"/>
              </a:lnSpc>
              <a:spcBef>
                <a:spcPts val="0"/>
              </a:spcBef>
              <a:spcAft>
                <a:spcPts val="0"/>
              </a:spcAft>
              <a:buSzPts val="7200"/>
              <a:buFont typeface="Nanum Myeongjo"/>
              <a:buNone/>
              <a:defRPr sz="7200"/>
            </a:lvl1pPr>
            <a:lvl2pPr lvl="1">
              <a:lnSpc>
                <a:spcPct val="86000"/>
              </a:lnSpc>
              <a:spcBef>
                <a:spcPts val="0"/>
              </a:spcBef>
              <a:spcAft>
                <a:spcPts val="0"/>
              </a:spcAft>
              <a:buSzPts val="1400"/>
              <a:buNone/>
              <a:defRPr/>
            </a:lvl2pPr>
            <a:lvl3pPr lvl="2">
              <a:lnSpc>
                <a:spcPct val="86000"/>
              </a:lnSpc>
              <a:spcBef>
                <a:spcPts val="0"/>
              </a:spcBef>
              <a:spcAft>
                <a:spcPts val="0"/>
              </a:spcAft>
              <a:buSzPts val="1400"/>
              <a:buNone/>
              <a:defRPr/>
            </a:lvl3pPr>
            <a:lvl4pPr lvl="3">
              <a:lnSpc>
                <a:spcPct val="86000"/>
              </a:lnSpc>
              <a:spcBef>
                <a:spcPts val="0"/>
              </a:spcBef>
              <a:spcAft>
                <a:spcPts val="0"/>
              </a:spcAft>
              <a:buSzPts val="1400"/>
              <a:buNone/>
              <a:defRPr/>
            </a:lvl4pPr>
            <a:lvl5pPr lvl="4">
              <a:lnSpc>
                <a:spcPct val="86000"/>
              </a:lnSpc>
              <a:spcBef>
                <a:spcPts val="0"/>
              </a:spcBef>
              <a:spcAft>
                <a:spcPts val="0"/>
              </a:spcAft>
              <a:buSzPts val="1400"/>
              <a:buNone/>
              <a:defRPr/>
            </a:lvl5pPr>
            <a:lvl6pPr lvl="5">
              <a:lnSpc>
                <a:spcPct val="86000"/>
              </a:lnSpc>
              <a:spcBef>
                <a:spcPts val="0"/>
              </a:spcBef>
              <a:spcAft>
                <a:spcPts val="0"/>
              </a:spcAft>
              <a:buSzPts val="1400"/>
              <a:buNone/>
              <a:defRPr/>
            </a:lvl6pPr>
            <a:lvl7pPr lvl="6">
              <a:lnSpc>
                <a:spcPct val="86000"/>
              </a:lnSpc>
              <a:spcBef>
                <a:spcPts val="0"/>
              </a:spcBef>
              <a:spcAft>
                <a:spcPts val="0"/>
              </a:spcAft>
              <a:buSzPts val="1400"/>
              <a:buNone/>
              <a:defRPr/>
            </a:lvl7pPr>
            <a:lvl8pPr lvl="7">
              <a:lnSpc>
                <a:spcPct val="86000"/>
              </a:lnSpc>
              <a:spcBef>
                <a:spcPts val="0"/>
              </a:spcBef>
              <a:spcAft>
                <a:spcPts val="0"/>
              </a:spcAft>
              <a:buSzPts val="1400"/>
              <a:buNone/>
              <a:defRPr/>
            </a:lvl8pPr>
            <a:lvl9pPr lvl="8">
              <a:lnSpc>
                <a:spcPct val="86000"/>
              </a:lnSpc>
              <a:spcBef>
                <a:spcPts val="0"/>
              </a:spcBef>
              <a:spcAft>
                <a:spcPts val="0"/>
              </a:spcAft>
              <a:buSzPts val="1400"/>
              <a:buNone/>
              <a:defRPr/>
            </a:lvl9pPr>
          </a:lstStyle>
          <a:p>
            <a:endParaRPr/>
          </a:p>
        </p:txBody>
      </p:sp>
      <p:sp>
        <p:nvSpPr>
          <p:cNvPr id="87" name="Google Shape;87;p14"/>
          <p:cNvSpPr txBox="1">
            <a:spLocks noGrp="1"/>
          </p:cNvSpPr>
          <p:nvPr>
            <p:ph type="title" idx="3"/>
          </p:nvPr>
        </p:nvSpPr>
        <p:spPr>
          <a:xfrm>
            <a:off x="3821131" y="380700"/>
            <a:ext cx="2743200" cy="393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2"/>
              </a:buClr>
              <a:buSzPts val="1400"/>
              <a:buFont typeface="Albert Sans"/>
              <a:buNone/>
              <a:defRPr sz="1400" b="1">
                <a:solidFill>
                  <a:schemeClr val="lt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14"/>
          <p:cNvSpPr txBox="1">
            <a:spLocks noGrp="1"/>
          </p:cNvSpPr>
          <p:nvPr>
            <p:ph type="subTitle" idx="1"/>
          </p:nvPr>
        </p:nvSpPr>
        <p:spPr>
          <a:xfrm>
            <a:off x="3829943" y="4016050"/>
            <a:ext cx="1309200" cy="903900"/>
          </a:xfrm>
          <a:prstGeom prst="rect">
            <a:avLst/>
          </a:prstGeom>
        </p:spPr>
        <p:txBody>
          <a:bodyPr spcFirstLastPara="1" wrap="square" lIns="91425" tIns="91425" rIns="91425" bIns="91425" anchor="t" anchorCtr="0">
            <a:noAutofit/>
          </a:bodyPr>
          <a:lstStyle>
            <a:lvl1pPr lvl="0">
              <a:spcBef>
                <a:spcPts val="0"/>
              </a:spcBef>
              <a:spcAft>
                <a:spcPts val="0"/>
              </a:spcAft>
              <a:buSzPts val="1000"/>
              <a:buNone/>
              <a:defRPr sz="1000" b="0"/>
            </a:lvl1pPr>
            <a:lvl2pPr lvl="1">
              <a:spcBef>
                <a:spcPts val="0"/>
              </a:spcBef>
              <a:spcAft>
                <a:spcPts val="0"/>
              </a:spcAft>
              <a:buSzPts val="1400"/>
              <a:buNone/>
              <a:defRPr b="0"/>
            </a:lvl2pPr>
            <a:lvl3pPr lvl="2">
              <a:spcBef>
                <a:spcPts val="0"/>
              </a:spcBef>
              <a:spcAft>
                <a:spcPts val="0"/>
              </a:spcAft>
              <a:buSzPts val="1400"/>
              <a:buNone/>
              <a:defRPr b="0"/>
            </a:lvl3pPr>
            <a:lvl4pPr lvl="3">
              <a:spcBef>
                <a:spcPts val="0"/>
              </a:spcBef>
              <a:spcAft>
                <a:spcPts val="0"/>
              </a:spcAft>
              <a:buSzPts val="1400"/>
              <a:buNone/>
              <a:defRPr b="0"/>
            </a:lvl4pPr>
            <a:lvl5pPr lvl="4">
              <a:spcBef>
                <a:spcPts val="0"/>
              </a:spcBef>
              <a:spcAft>
                <a:spcPts val="0"/>
              </a:spcAft>
              <a:buSzPts val="1400"/>
              <a:buNone/>
              <a:defRPr b="0"/>
            </a:lvl5pPr>
            <a:lvl6pPr lvl="5">
              <a:spcBef>
                <a:spcPts val="0"/>
              </a:spcBef>
              <a:spcAft>
                <a:spcPts val="0"/>
              </a:spcAft>
              <a:buSzPts val="1400"/>
              <a:buNone/>
              <a:defRPr b="0"/>
            </a:lvl6pPr>
            <a:lvl7pPr lvl="6">
              <a:spcBef>
                <a:spcPts val="0"/>
              </a:spcBef>
              <a:spcAft>
                <a:spcPts val="0"/>
              </a:spcAft>
              <a:buSzPts val="1400"/>
              <a:buNone/>
              <a:defRPr b="0"/>
            </a:lvl7pPr>
            <a:lvl8pPr lvl="7">
              <a:spcBef>
                <a:spcPts val="0"/>
              </a:spcBef>
              <a:spcAft>
                <a:spcPts val="0"/>
              </a:spcAft>
              <a:buSzPts val="1400"/>
              <a:buNone/>
              <a:defRPr b="0"/>
            </a:lvl8pPr>
            <a:lvl9pPr lvl="8">
              <a:spcBef>
                <a:spcPts val="0"/>
              </a:spcBef>
              <a:spcAft>
                <a:spcPts val="0"/>
              </a:spcAft>
              <a:buSzPts val="1400"/>
              <a:buNone/>
              <a:defRPr b="0"/>
            </a:lvl9pPr>
          </a:lstStyle>
          <a:p>
            <a:endParaRPr/>
          </a:p>
        </p:txBody>
      </p:sp>
      <p:sp>
        <p:nvSpPr>
          <p:cNvPr id="89" name="Google Shape;89;p14"/>
          <p:cNvSpPr txBox="1">
            <a:spLocks noGrp="1"/>
          </p:cNvSpPr>
          <p:nvPr>
            <p:ph type="subTitle" idx="4"/>
          </p:nvPr>
        </p:nvSpPr>
        <p:spPr>
          <a:xfrm>
            <a:off x="5258968" y="4016050"/>
            <a:ext cx="1309200" cy="903900"/>
          </a:xfrm>
          <a:prstGeom prst="rect">
            <a:avLst/>
          </a:prstGeom>
        </p:spPr>
        <p:txBody>
          <a:bodyPr spcFirstLastPara="1" wrap="square" lIns="91425" tIns="91425" rIns="91425" bIns="91425" anchor="t" anchorCtr="0">
            <a:noAutofit/>
          </a:bodyPr>
          <a:lstStyle>
            <a:lvl1pPr lvl="0">
              <a:spcBef>
                <a:spcPts val="0"/>
              </a:spcBef>
              <a:spcAft>
                <a:spcPts val="0"/>
              </a:spcAft>
              <a:buSzPts val="1000"/>
              <a:buNone/>
              <a:defRPr sz="1000" b="0"/>
            </a:lvl1pPr>
            <a:lvl2pPr lvl="1">
              <a:spcBef>
                <a:spcPts val="0"/>
              </a:spcBef>
              <a:spcAft>
                <a:spcPts val="0"/>
              </a:spcAft>
              <a:buSzPts val="1400"/>
              <a:buNone/>
              <a:defRPr b="0"/>
            </a:lvl2pPr>
            <a:lvl3pPr lvl="2">
              <a:spcBef>
                <a:spcPts val="0"/>
              </a:spcBef>
              <a:spcAft>
                <a:spcPts val="0"/>
              </a:spcAft>
              <a:buSzPts val="1400"/>
              <a:buNone/>
              <a:defRPr b="0"/>
            </a:lvl3pPr>
            <a:lvl4pPr lvl="3">
              <a:spcBef>
                <a:spcPts val="0"/>
              </a:spcBef>
              <a:spcAft>
                <a:spcPts val="0"/>
              </a:spcAft>
              <a:buSzPts val="1400"/>
              <a:buNone/>
              <a:defRPr b="0"/>
            </a:lvl4pPr>
            <a:lvl5pPr lvl="4">
              <a:spcBef>
                <a:spcPts val="0"/>
              </a:spcBef>
              <a:spcAft>
                <a:spcPts val="0"/>
              </a:spcAft>
              <a:buSzPts val="1400"/>
              <a:buNone/>
              <a:defRPr b="0"/>
            </a:lvl5pPr>
            <a:lvl6pPr lvl="5">
              <a:spcBef>
                <a:spcPts val="0"/>
              </a:spcBef>
              <a:spcAft>
                <a:spcPts val="0"/>
              </a:spcAft>
              <a:buSzPts val="1400"/>
              <a:buNone/>
              <a:defRPr b="0"/>
            </a:lvl6pPr>
            <a:lvl7pPr lvl="6">
              <a:spcBef>
                <a:spcPts val="0"/>
              </a:spcBef>
              <a:spcAft>
                <a:spcPts val="0"/>
              </a:spcAft>
              <a:buSzPts val="1400"/>
              <a:buNone/>
              <a:defRPr b="0"/>
            </a:lvl7pPr>
            <a:lvl8pPr lvl="7">
              <a:spcBef>
                <a:spcPts val="0"/>
              </a:spcBef>
              <a:spcAft>
                <a:spcPts val="0"/>
              </a:spcAft>
              <a:buSzPts val="1400"/>
              <a:buNone/>
              <a:defRPr b="0"/>
            </a:lvl8pPr>
            <a:lvl9pPr lvl="8">
              <a:spcBef>
                <a:spcPts val="0"/>
              </a:spcBef>
              <a:spcAft>
                <a:spcPts val="0"/>
              </a:spcAft>
              <a:buSzPts val="1400"/>
              <a:buNone/>
              <a:defRPr b="0"/>
            </a:lvl9pPr>
          </a:lstStyle>
          <a:p>
            <a:endParaRPr/>
          </a:p>
        </p:txBody>
      </p:sp>
      <p:sp>
        <p:nvSpPr>
          <p:cNvPr id="90" name="Google Shape;90;p14"/>
          <p:cNvSpPr>
            <a:spLocks noGrp="1"/>
          </p:cNvSpPr>
          <p:nvPr>
            <p:ph type="pic" idx="5"/>
          </p:nvPr>
        </p:nvSpPr>
        <p:spPr>
          <a:xfrm>
            <a:off x="228600" y="223475"/>
            <a:ext cx="2857200" cy="2348100"/>
          </a:xfrm>
          <a:prstGeom prst="round2SameRect">
            <a:avLst>
              <a:gd name="adj1" fmla="val 4621"/>
              <a:gd name="adj2" fmla="val 0"/>
            </a:avLst>
          </a:prstGeom>
          <a:noFill/>
          <a:ln>
            <a:noFill/>
          </a:ln>
        </p:spPr>
      </p:sp>
      <p:sp>
        <p:nvSpPr>
          <p:cNvPr id="91" name="Google Shape;91;p14"/>
          <p:cNvSpPr>
            <a:spLocks noGrp="1"/>
          </p:cNvSpPr>
          <p:nvPr>
            <p:ph type="pic" idx="6"/>
          </p:nvPr>
        </p:nvSpPr>
        <p:spPr>
          <a:xfrm rot="10800000">
            <a:off x="228600" y="2564446"/>
            <a:ext cx="2857200" cy="2348100"/>
          </a:xfrm>
          <a:prstGeom prst="round2SameRect">
            <a:avLst>
              <a:gd name="adj1" fmla="val 5506"/>
              <a:gd name="adj2" fmla="val 0"/>
            </a:avLst>
          </a:prstGeom>
          <a:noFill/>
          <a:ln>
            <a:noFill/>
          </a:ln>
        </p:spPr>
      </p:sp>
    </p:spTree>
  </p:cSld>
  <p:clrMapOvr>
    <a:masterClrMapping/>
  </p:clrMapOvr>
  <p:extLst>
    <p:ext uri="{DCECCB84-F9BA-43D5-87BE-67443E8EF086}">
      <p15:sldGuideLst xmlns:p15="http://schemas.microsoft.com/office/powerpoint/2012/main">
        <p15:guide id="1" orient="horz" pos="1620">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Agenda - List of 4" type="secHead">
  <p:cSld name="SECTION_HEADER">
    <p:spTree>
      <p:nvGrpSpPr>
        <p:cNvPr id="1" name="Shape 92"/>
        <p:cNvGrpSpPr/>
        <p:nvPr/>
      </p:nvGrpSpPr>
      <p:grpSpPr>
        <a:xfrm>
          <a:off x="0" y="0"/>
          <a:ext cx="0" cy="0"/>
          <a:chOff x="0" y="0"/>
          <a:chExt cx="0" cy="0"/>
        </a:xfrm>
      </p:grpSpPr>
      <p:sp>
        <p:nvSpPr>
          <p:cNvPr id="93" name="Google Shape;93;p15"/>
          <p:cNvSpPr txBox="1">
            <a:spLocks noGrp="1"/>
          </p:cNvSpPr>
          <p:nvPr>
            <p:ph type="title"/>
          </p:nvPr>
        </p:nvSpPr>
        <p:spPr>
          <a:xfrm>
            <a:off x="948175" y="797675"/>
            <a:ext cx="2852100" cy="26547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lt1"/>
              </a:buClr>
              <a:buSzPts val="4800"/>
              <a:buFont typeface="Albert Sans"/>
              <a:buNone/>
              <a:defRPr sz="4800">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15"/>
          <p:cNvSpPr txBox="1">
            <a:spLocks noGrp="1"/>
          </p:cNvSpPr>
          <p:nvPr>
            <p:ph type="title" idx="2"/>
          </p:nvPr>
        </p:nvSpPr>
        <p:spPr>
          <a:xfrm>
            <a:off x="4469650" y="936450"/>
            <a:ext cx="4440300" cy="817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2"/>
              </a:buClr>
              <a:buSzPts val="2400"/>
              <a:buFont typeface="Nanum Myeongjo"/>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95" name="Google Shape;95;p15"/>
          <p:cNvSpPr txBox="1">
            <a:spLocks noGrp="1"/>
          </p:cNvSpPr>
          <p:nvPr>
            <p:ph type="title" idx="3"/>
          </p:nvPr>
        </p:nvSpPr>
        <p:spPr>
          <a:xfrm>
            <a:off x="4469650" y="1754050"/>
            <a:ext cx="4440300" cy="817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2"/>
              </a:buClr>
              <a:buSzPts val="2400"/>
              <a:buFont typeface="Nanum Myeongjo"/>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96" name="Google Shape;96;p15"/>
          <p:cNvSpPr txBox="1">
            <a:spLocks noGrp="1"/>
          </p:cNvSpPr>
          <p:nvPr>
            <p:ph type="title" idx="4"/>
          </p:nvPr>
        </p:nvSpPr>
        <p:spPr>
          <a:xfrm>
            <a:off x="4469650" y="2574700"/>
            <a:ext cx="4440300" cy="817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2"/>
              </a:buClr>
              <a:buSzPts val="2400"/>
              <a:buFont typeface="Nanum Myeongjo"/>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97" name="Google Shape;97;p15"/>
          <p:cNvSpPr txBox="1">
            <a:spLocks noGrp="1"/>
          </p:cNvSpPr>
          <p:nvPr>
            <p:ph type="title" idx="5"/>
          </p:nvPr>
        </p:nvSpPr>
        <p:spPr>
          <a:xfrm>
            <a:off x="4454025" y="3395350"/>
            <a:ext cx="4453200" cy="817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2"/>
              </a:buClr>
              <a:buSzPts val="2400"/>
              <a:buFont typeface="Nanum Myeongjo"/>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98" name="Google Shape;98;p15"/>
          <p:cNvSpPr>
            <a:spLocks noGrp="1"/>
          </p:cNvSpPr>
          <p:nvPr>
            <p:ph type="pic" idx="6"/>
          </p:nvPr>
        </p:nvSpPr>
        <p:spPr>
          <a:xfrm>
            <a:off x="8596800" y="223475"/>
            <a:ext cx="318600" cy="318600"/>
          </a:xfrm>
          <a:prstGeom prst="ellipse">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Divider Purple">
  <p:cSld name="CUSTOM">
    <p:bg>
      <p:bgPr>
        <a:solidFill>
          <a:schemeClr val="lt2"/>
        </a:solidFill>
        <a:effectLst/>
      </p:bgPr>
    </p:bg>
    <p:spTree>
      <p:nvGrpSpPr>
        <p:cNvPr id="1" name="Shape 99"/>
        <p:cNvGrpSpPr/>
        <p:nvPr/>
      </p:nvGrpSpPr>
      <p:grpSpPr>
        <a:xfrm>
          <a:off x="0" y="0"/>
          <a:ext cx="0" cy="0"/>
          <a:chOff x="0" y="0"/>
          <a:chExt cx="0" cy="0"/>
        </a:xfrm>
      </p:grpSpPr>
      <p:sp>
        <p:nvSpPr>
          <p:cNvPr id="100" name="Google Shape;100;p16"/>
          <p:cNvSpPr txBox="1">
            <a:spLocks noGrp="1"/>
          </p:cNvSpPr>
          <p:nvPr>
            <p:ph type="title"/>
          </p:nvPr>
        </p:nvSpPr>
        <p:spPr>
          <a:xfrm>
            <a:off x="884890" y="1024150"/>
            <a:ext cx="6123900" cy="14751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dk2"/>
              </a:buClr>
              <a:buSzPts val="9600"/>
              <a:buFont typeface="Nanum Myeongjo"/>
              <a:buNone/>
              <a:defRPr sz="9600">
                <a:solidFill>
                  <a:schemeClr val="dk2"/>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101" name="Google Shape;101;p16"/>
          <p:cNvSpPr txBox="1">
            <a:spLocks noGrp="1"/>
          </p:cNvSpPr>
          <p:nvPr>
            <p:ph type="subTitle" idx="1"/>
          </p:nvPr>
        </p:nvSpPr>
        <p:spPr>
          <a:xfrm>
            <a:off x="966811" y="321575"/>
            <a:ext cx="2304000" cy="393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Albert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6"/>
          <p:cNvSpPr>
            <a:spLocks noGrp="1"/>
          </p:cNvSpPr>
          <p:nvPr>
            <p:ph type="pic" idx="2"/>
          </p:nvPr>
        </p:nvSpPr>
        <p:spPr>
          <a:xfrm>
            <a:off x="8596800" y="223475"/>
            <a:ext cx="318600" cy="318600"/>
          </a:xfrm>
          <a:prstGeom prst="ellipse">
            <a:avLst/>
          </a:prstGeom>
          <a:noFill/>
          <a:ln>
            <a:noFill/>
          </a:ln>
        </p:spPr>
      </p:sp>
      <p:sp>
        <p:nvSpPr>
          <p:cNvPr id="103" name="Google Shape;103;p16"/>
          <p:cNvSpPr txBox="1">
            <a:spLocks noGrp="1"/>
          </p:cNvSpPr>
          <p:nvPr>
            <p:ph type="title" idx="3"/>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Divider Green">
  <p:cSld name="CUSTOM_5">
    <p:bg>
      <p:bgPr>
        <a:solidFill>
          <a:schemeClr val="accent1"/>
        </a:solidFill>
        <a:effectLst/>
      </p:bgPr>
    </p:bg>
    <p:spTree>
      <p:nvGrpSpPr>
        <p:cNvPr id="1" name="Shape 104"/>
        <p:cNvGrpSpPr/>
        <p:nvPr/>
      </p:nvGrpSpPr>
      <p:grpSpPr>
        <a:xfrm>
          <a:off x="0" y="0"/>
          <a:ext cx="0" cy="0"/>
          <a:chOff x="0" y="0"/>
          <a:chExt cx="0" cy="0"/>
        </a:xfrm>
      </p:grpSpPr>
      <p:sp>
        <p:nvSpPr>
          <p:cNvPr id="105" name="Google Shape;105;p17"/>
          <p:cNvSpPr>
            <a:spLocks noGrp="1"/>
          </p:cNvSpPr>
          <p:nvPr>
            <p:ph type="pic" idx="2"/>
          </p:nvPr>
        </p:nvSpPr>
        <p:spPr>
          <a:xfrm>
            <a:off x="8596800" y="223475"/>
            <a:ext cx="318600" cy="318600"/>
          </a:xfrm>
          <a:prstGeom prst="ellipse">
            <a:avLst/>
          </a:prstGeom>
          <a:noFill/>
          <a:ln>
            <a:noFill/>
          </a:ln>
        </p:spPr>
      </p:sp>
      <p:sp>
        <p:nvSpPr>
          <p:cNvPr id="106" name="Google Shape;106;p17"/>
          <p:cNvSpPr txBox="1">
            <a:spLocks noGrp="1"/>
          </p:cNvSpPr>
          <p:nvPr>
            <p:ph type="title"/>
          </p:nvPr>
        </p:nvSpPr>
        <p:spPr>
          <a:xfrm>
            <a:off x="884890" y="1024150"/>
            <a:ext cx="6123900" cy="14751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dk2"/>
              </a:buClr>
              <a:buSzPts val="9600"/>
              <a:buFont typeface="Nanum Myeongjo"/>
              <a:buNone/>
              <a:defRPr sz="9600">
                <a:solidFill>
                  <a:schemeClr val="dk2"/>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107" name="Google Shape;107;p17"/>
          <p:cNvSpPr txBox="1">
            <a:spLocks noGrp="1"/>
          </p:cNvSpPr>
          <p:nvPr>
            <p:ph type="subTitle" idx="1"/>
          </p:nvPr>
        </p:nvSpPr>
        <p:spPr>
          <a:xfrm>
            <a:off x="966811" y="321575"/>
            <a:ext cx="2304000" cy="393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Albert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17"/>
          <p:cNvSpPr txBox="1">
            <a:spLocks noGrp="1"/>
          </p:cNvSpPr>
          <p:nvPr>
            <p:ph type="title" idx="3"/>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Divider Teal">
  <p:cSld name="CUSTOM_5_1">
    <p:bg>
      <p:bgPr>
        <a:solidFill>
          <a:schemeClr val="accent2"/>
        </a:solidFill>
        <a:effectLst/>
      </p:bgPr>
    </p:bg>
    <p:spTree>
      <p:nvGrpSpPr>
        <p:cNvPr id="1" name="Shape 109"/>
        <p:cNvGrpSpPr/>
        <p:nvPr/>
      </p:nvGrpSpPr>
      <p:grpSpPr>
        <a:xfrm>
          <a:off x="0" y="0"/>
          <a:ext cx="0" cy="0"/>
          <a:chOff x="0" y="0"/>
          <a:chExt cx="0" cy="0"/>
        </a:xfrm>
      </p:grpSpPr>
      <p:sp>
        <p:nvSpPr>
          <p:cNvPr id="110" name="Google Shape;110;p18"/>
          <p:cNvSpPr>
            <a:spLocks noGrp="1"/>
          </p:cNvSpPr>
          <p:nvPr>
            <p:ph type="pic" idx="2"/>
          </p:nvPr>
        </p:nvSpPr>
        <p:spPr>
          <a:xfrm>
            <a:off x="8596800" y="223475"/>
            <a:ext cx="318600" cy="318600"/>
          </a:xfrm>
          <a:prstGeom prst="ellipse">
            <a:avLst/>
          </a:prstGeom>
          <a:noFill/>
          <a:ln>
            <a:noFill/>
          </a:ln>
        </p:spPr>
      </p:sp>
      <p:sp>
        <p:nvSpPr>
          <p:cNvPr id="111" name="Google Shape;111;p18"/>
          <p:cNvSpPr txBox="1">
            <a:spLocks noGrp="1"/>
          </p:cNvSpPr>
          <p:nvPr>
            <p:ph type="title"/>
          </p:nvPr>
        </p:nvSpPr>
        <p:spPr>
          <a:xfrm>
            <a:off x="884890" y="1024150"/>
            <a:ext cx="6123900" cy="14751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dk2"/>
              </a:buClr>
              <a:buSzPts val="9600"/>
              <a:buFont typeface="Nanum Myeongjo"/>
              <a:buNone/>
              <a:defRPr sz="9600">
                <a:solidFill>
                  <a:schemeClr val="dk2"/>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112" name="Google Shape;112;p18"/>
          <p:cNvSpPr txBox="1">
            <a:spLocks noGrp="1"/>
          </p:cNvSpPr>
          <p:nvPr>
            <p:ph type="subTitle" idx="1"/>
          </p:nvPr>
        </p:nvSpPr>
        <p:spPr>
          <a:xfrm>
            <a:off x="966811" y="321575"/>
            <a:ext cx="2304000" cy="393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Albert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3" name="Google Shape;113;p18"/>
          <p:cNvSpPr txBox="1">
            <a:spLocks noGrp="1"/>
          </p:cNvSpPr>
          <p:nvPr>
            <p:ph type="title" idx="3"/>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Divider Blue">
  <p:cSld name="CUSTOM_5_1_1">
    <p:bg>
      <p:bgPr>
        <a:solidFill>
          <a:schemeClr val="accent4"/>
        </a:solidFill>
        <a:effectLst/>
      </p:bgPr>
    </p:bg>
    <p:spTree>
      <p:nvGrpSpPr>
        <p:cNvPr id="1" name="Shape 114"/>
        <p:cNvGrpSpPr/>
        <p:nvPr/>
      </p:nvGrpSpPr>
      <p:grpSpPr>
        <a:xfrm>
          <a:off x="0" y="0"/>
          <a:ext cx="0" cy="0"/>
          <a:chOff x="0" y="0"/>
          <a:chExt cx="0" cy="0"/>
        </a:xfrm>
      </p:grpSpPr>
      <p:sp>
        <p:nvSpPr>
          <p:cNvPr id="115" name="Google Shape;115;p19"/>
          <p:cNvSpPr>
            <a:spLocks noGrp="1"/>
          </p:cNvSpPr>
          <p:nvPr>
            <p:ph type="pic" idx="2"/>
          </p:nvPr>
        </p:nvSpPr>
        <p:spPr>
          <a:xfrm>
            <a:off x="8596800" y="223475"/>
            <a:ext cx="318600" cy="318600"/>
          </a:xfrm>
          <a:prstGeom prst="ellipse">
            <a:avLst/>
          </a:prstGeom>
          <a:noFill/>
          <a:ln>
            <a:noFill/>
          </a:ln>
        </p:spPr>
      </p:sp>
      <p:sp>
        <p:nvSpPr>
          <p:cNvPr id="116" name="Google Shape;116;p19"/>
          <p:cNvSpPr txBox="1">
            <a:spLocks noGrp="1"/>
          </p:cNvSpPr>
          <p:nvPr>
            <p:ph type="title"/>
          </p:nvPr>
        </p:nvSpPr>
        <p:spPr>
          <a:xfrm>
            <a:off x="884890" y="1024150"/>
            <a:ext cx="6123900" cy="14751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dk2"/>
              </a:buClr>
              <a:buSzPts val="9600"/>
              <a:buNone/>
              <a:defRPr sz="9600">
                <a:solidFill>
                  <a:schemeClr val="dk2"/>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a:endParaRPr/>
          </a:p>
        </p:txBody>
      </p:sp>
      <p:sp>
        <p:nvSpPr>
          <p:cNvPr id="117" name="Google Shape;117;p19"/>
          <p:cNvSpPr txBox="1">
            <a:spLocks noGrp="1"/>
          </p:cNvSpPr>
          <p:nvPr>
            <p:ph type="subTitle" idx="1"/>
          </p:nvPr>
        </p:nvSpPr>
        <p:spPr>
          <a:xfrm>
            <a:off x="966811" y="321575"/>
            <a:ext cx="2304000" cy="393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Albert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p19"/>
          <p:cNvSpPr txBox="1">
            <a:spLocks noGrp="1"/>
          </p:cNvSpPr>
          <p:nvPr>
            <p:ph type="title" idx="3"/>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ull Quote">
  <p:cSld name="CUSTOM_1">
    <p:bg>
      <p:bgPr>
        <a:solidFill>
          <a:schemeClr val="lt1"/>
        </a:solidFill>
        <a:effectLst/>
      </p:bgPr>
    </p:bg>
    <p:spTree>
      <p:nvGrpSpPr>
        <p:cNvPr id="1" name="Shape 119"/>
        <p:cNvGrpSpPr/>
        <p:nvPr/>
      </p:nvGrpSpPr>
      <p:grpSpPr>
        <a:xfrm>
          <a:off x="0" y="0"/>
          <a:ext cx="0" cy="0"/>
          <a:chOff x="0" y="0"/>
          <a:chExt cx="0" cy="0"/>
        </a:xfrm>
      </p:grpSpPr>
      <p:sp>
        <p:nvSpPr>
          <p:cNvPr id="120" name="Google Shape;120;p20"/>
          <p:cNvSpPr>
            <a:spLocks noGrp="1"/>
          </p:cNvSpPr>
          <p:nvPr>
            <p:ph type="pic" idx="2"/>
          </p:nvPr>
        </p:nvSpPr>
        <p:spPr>
          <a:xfrm>
            <a:off x="8596800" y="223475"/>
            <a:ext cx="318600" cy="318600"/>
          </a:xfrm>
          <a:prstGeom prst="ellipse">
            <a:avLst/>
          </a:prstGeom>
          <a:noFill/>
          <a:ln>
            <a:noFill/>
          </a:ln>
        </p:spPr>
      </p:sp>
      <p:sp>
        <p:nvSpPr>
          <p:cNvPr id="121" name="Google Shape;121;p20"/>
          <p:cNvSpPr txBox="1">
            <a:spLocks noGrp="1"/>
          </p:cNvSpPr>
          <p:nvPr>
            <p:ph type="subTitle" idx="1"/>
          </p:nvPr>
        </p:nvSpPr>
        <p:spPr>
          <a:xfrm>
            <a:off x="4627750" y="1204950"/>
            <a:ext cx="2489700" cy="363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122" name="Google Shape;122;p20"/>
          <p:cNvSpPr txBox="1">
            <a:spLocks noGrp="1"/>
          </p:cNvSpPr>
          <p:nvPr>
            <p:ph type="body" idx="3"/>
          </p:nvPr>
        </p:nvSpPr>
        <p:spPr>
          <a:xfrm>
            <a:off x="4627750" y="1592350"/>
            <a:ext cx="2539200" cy="1613700"/>
          </a:xfrm>
          <a:prstGeom prst="rect">
            <a:avLst/>
          </a:prstGeom>
        </p:spPr>
        <p:txBody>
          <a:bodyPr spcFirstLastPara="1" wrap="square" lIns="91425" tIns="91425" rIns="91425" bIns="91425" anchor="t" anchorCtr="0">
            <a:noAutofit/>
          </a:bodyPr>
          <a:lstStyle>
            <a:lvl1pPr marL="457200" lvl="0"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1pPr>
            <a:lvl2pPr marL="914400" lvl="1"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2pPr>
            <a:lvl3pPr marL="1371600" lvl="2"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3pPr>
            <a:lvl4pPr marL="1828800" lvl="3"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4pPr>
            <a:lvl5pPr marL="2286000" lvl="4"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5pPr>
            <a:lvl6pPr marL="2743200" lvl="5"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6pPr>
            <a:lvl7pPr marL="3200400" lvl="6"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7pPr>
            <a:lvl8pPr marL="3657600" lvl="7"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8pPr>
            <a:lvl9pPr marL="4114800" lvl="8"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9pPr>
          </a:lstStyle>
          <a:p>
            <a:endParaRPr/>
          </a:p>
        </p:txBody>
      </p:sp>
      <p:sp>
        <p:nvSpPr>
          <p:cNvPr id="123" name="Google Shape;123;p20"/>
          <p:cNvSpPr>
            <a:spLocks noGrp="1"/>
          </p:cNvSpPr>
          <p:nvPr>
            <p:ph type="pic" idx="4"/>
          </p:nvPr>
        </p:nvSpPr>
        <p:spPr>
          <a:xfrm rot="-5400000">
            <a:off x="1529325" y="1257825"/>
            <a:ext cx="3114600" cy="2619600"/>
          </a:xfrm>
          <a:prstGeom prst="round2SameRect">
            <a:avLst>
              <a:gd name="adj1" fmla="val 3848"/>
              <a:gd name="adj2" fmla="val 0"/>
            </a:avLst>
          </a:prstGeom>
          <a:noFill/>
          <a:ln>
            <a:noFill/>
          </a:ln>
        </p:spPr>
      </p:sp>
      <p:sp>
        <p:nvSpPr>
          <p:cNvPr id="124" name="Google Shape;124;p20"/>
          <p:cNvSpPr txBox="1">
            <a:spLocks noGrp="1"/>
          </p:cNvSpPr>
          <p:nvPr>
            <p:ph type="title"/>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Tree>
  </p:cSld>
  <p:clrMapOvr>
    <a:masterClrMapping/>
  </p:clrMapOvr>
  <p:extLst>
    <p:ext uri="{DCECCB84-F9BA-43D5-87BE-67443E8EF086}">
      <p15:sldGuideLst xmlns:p15="http://schemas.microsoft.com/office/powerpoint/2012/main">
        <p15:guide id="1" orient="horz" pos="636">
          <p15:clr>
            <a:srgbClr val="E46962"/>
          </p15:clr>
        </p15:guide>
        <p15:guide id="2" orient="horz" pos="2604">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Full Page Image">
  <p:cSld name="CUSTOM_2">
    <p:bg>
      <p:bgPr>
        <a:solidFill>
          <a:schemeClr val="lt2"/>
        </a:solidFill>
        <a:effectLst/>
      </p:bgPr>
    </p:bg>
    <p:spTree>
      <p:nvGrpSpPr>
        <p:cNvPr id="1" name="Shape 125"/>
        <p:cNvGrpSpPr/>
        <p:nvPr/>
      </p:nvGrpSpPr>
      <p:grpSpPr>
        <a:xfrm>
          <a:off x="0" y="0"/>
          <a:ext cx="0" cy="0"/>
          <a:chOff x="0" y="0"/>
          <a:chExt cx="0" cy="0"/>
        </a:xfrm>
      </p:grpSpPr>
      <p:sp>
        <p:nvSpPr>
          <p:cNvPr id="126" name="Google Shape;126;p21"/>
          <p:cNvSpPr>
            <a:spLocks noGrp="1"/>
          </p:cNvSpPr>
          <p:nvPr>
            <p:ph type="pic" idx="2"/>
          </p:nvPr>
        </p:nvSpPr>
        <p:spPr>
          <a:xfrm>
            <a:off x="120000" y="114300"/>
            <a:ext cx="8904000" cy="4914900"/>
          </a:xfrm>
          <a:prstGeom prst="roundRect">
            <a:avLst>
              <a:gd name="adj" fmla="val 2134"/>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 Grid + Content">
  <p:cSld name="CUSTOM_3">
    <p:bg>
      <p:bgPr>
        <a:solidFill>
          <a:schemeClr val="lt1"/>
        </a:solidFill>
        <a:effectLst/>
      </p:bgPr>
    </p:bg>
    <p:spTree>
      <p:nvGrpSpPr>
        <p:cNvPr id="1" name="Shape 127"/>
        <p:cNvGrpSpPr/>
        <p:nvPr/>
      </p:nvGrpSpPr>
      <p:grpSpPr>
        <a:xfrm>
          <a:off x="0" y="0"/>
          <a:ext cx="0" cy="0"/>
          <a:chOff x="0" y="0"/>
          <a:chExt cx="0" cy="0"/>
        </a:xfrm>
      </p:grpSpPr>
      <p:sp>
        <p:nvSpPr>
          <p:cNvPr id="128" name="Google Shape;128;p22"/>
          <p:cNvSpPr txBox="1">
            <a:spLocks noGrp="1"/>
          </p:cNvSpPr>
          <p:nvPr>
            <p:ph type="body" idx="1"/>
          </p:nvPr>
        </p:nvSpPr>
        <p:spPr>
          <a:xfrm>
            <a:off x="5235220" y="2573350"/>
            <a:ext cx="3798300" cy="1907700"/>
          </a:xfrm>
          <a:prstGeom prst="rect">
            <a:avLst/>
          </a:prstGeom>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2"/>
              </a:buClr>
              <a:buSzPts val="1400"/>
              <a:buFont typeface="Albert Sans"/>
              <a:buChar char="●"/>
              <a:defRPr u="none">
                <a:solidFill>
                  <a:schemeClr val="dk2"/>
                </a:solidFill>
              </a:defRPr>
            </a:lvl1pPr>
            <a:lvl2pPr marL="914400" lvl="1" indent="-317500">
              <a:lnSpc>
                <a:spcPct val="115000"/>
              </a:lnSpc>
              <a:spcBef>
                <a:spcPts val="0"/>
              </a:spcBef>
              <a:spcAft>
                <a:spcPts val="0"/>
              </a:spcAft>
              <a:buClr>
                <a:schemeClr val="dk2"/>
              </a:buClr>
              <a:buSzPts val="1400"/>
              <a:buFont typeface="Albert Sans"/>
              <a:buChar char="○"/>
              <a:defRPr u="none">
                <a:solidFill>
                  <a:schemeClr val="dk2"/>
                </a:solidFill>
              </a:defRPr>
            </a:lvl2pPr>
            <a:lvl3pPr marL="1371600" lvl="2" indent="-317500">
              <a:lnSpc>
                <a:spcPct val="115000"/>
              </a:lnSpc>
              <a:spcBef>
                <a:spcPts val="0"/>
              </a:spcBef>
              <a:spcAft>
                <a:spcPts val="0"/>
              </a:spcAft>
              <a:buClr>
                <a:schemeClr val="dk2"/>
              </a:buClr>
              <a:buSzPts val="1400"/>
              <a:buFont typeface="Albert Sans"/>
              <a:buChar char="■"/>
              <a:defRPr u="none">
                <a:solidFill>
                  <a:schemeClr val="dk2"/>
                </a:solidFill>
              </a:defRPr>
            </a:lvl3pPr>
            <a:lvl4pPr marL="1828800" lvl="3" indent="-317500">
              <a:lnSpc>
                <a:spcPct val="115000"/>
              </a:lnSpc>
              <a:spcBef>
                <a:spcPts val="0"/>
              </a:spcBef>
              <a:spcAft>
                <a:spcPts val="0"/>
              </a:spcAft>
              <a:buClr>
                <a:schemeClr val="dk2"/>
              </a:buClr>
              <a:buSzPts val="1400"/>
              <a:buFont typeface="Albert Sans"/>
              <a:buChar char="●"/>
              <a:defRPr u="none">
                <a:solidFill>
                  <a:schemeClr val="dk2"/>
                </a:solidFill>
              </a:defRPr>
            </a:lvl4pPr>
            <a:lvl5pPr marL="2286000" lvl="4" indent="-317500">
              <a:lnSpc>
                <a:spcPct val="115000"/>
              </a:lnSpc>
              <a:spcBef>
                <a:spcPts val="0"/>
              </a:spcBef>
              <a:spcAft>
                <a:spcPts val="0"/>
              </a:spcAft>
              <a:buClr>
                <a:schemeClr val="dk2"/>
              </a:buClr>
              <a:buSzPts val="1400"/>
              <a:buFont typeface="Albert Sans"/>
              <a:buChar char="○"/>
              <a:defRPr u="none">
                <a:solidFill>
                  <a:schemeClr val="dk2"/>
                </a:solidFill>
              </a:defRPr>
            </a:lvl5pPr>
            <a:lvl6pPr marL="2743200" lvl="5" indent="-317500">
              <a:lnSpc>
                <a:spcPct val="115000"/>
              </a:lnSpc>
              <a:spcBef>
                <a:spcPts val="0"/>
              </a:spcBef>
              <a:spcAft>
                <a:spcPts val="0"/>
              </a:spcAft>
              <a:buClr>
                <a:schemeClr val="dk2"/>
              </a:buClr>
              <a:buSzPts val="1400"/>
              <a:buFont typeface="Albert Sans"/>
              <a:buChar char="■"/>
              <a:defRPr u="none">
                <a:solidFill>
                  <a:schemeClr val="dk2"/>
                </a:solidFill>
              </a:defRPr>
            </a:lvl6pPr>
            <a:lvl7pPr marL="3200400" lvl="6" indent="-317500">
              <a:lnSpc>
                <a:spcPct val="115000"/>
              </a:lnSpc>
              <a:spcBef>
                <a:spcPts val="0"/>
              </a:spcBef>
              <a:spcAft>
                <a:spcPts val="0"/>
              </a:spcAft>
              <a:buClr>
                <a:schemeClr val="dk2"/>
              </a:buClr>
              <a:buSzPts val="1400"/>
              <a:buFont typeface="Albert Sans"/>
              <a:buChar char="●"/>
              <a:defRPr u="none">
                <a:solidFill>
                  <a:schemeClr val="dk2"/>
                </a:solidFill>
              </a:defRPr>
            </a:lvl7pPr>
            <a:lvl8pPr marL="3657600" lvl="7" indent="-317500">
              <a:lnSpc>
                <a:spcPct val="115000"/>
              </a:lnSpc>
              <a:spcBef>
                <a:spcPts val="0"/>
              </a:spcBef>
              <a:spcAft>
                <a:spcPts val="0"/>
              </a:spcAft>
              <a:buClr>
                <a:schemeClr val="dk2"/>
              </a:buClr>
              <a:buSzPts val="1400"/>
              <a:buFont typeface="Albert Sans"/>
              <a:buChar char="○"/>
              <a:defRPr u="none">
                <a:solidFill>
                  <a:schemeClr val="dk2"/>
                </a:solidFill>
              </a:defRPr>
            </a:lvl8pPr>
            <a:lvl9pPr marL="4114800" lvl="8" indent="-317500">
              <a:lnSpc>
                <a:spcPct val="115000"/>
              </a:lnSpc>
              <a:spcBef>
                <a:spcPts val="0"/>
              </a:spcBef>
              <a:spcAft>
                <a:spcPts val="0"/>
              </a:spcAft>
              <a:buClr>
                <a:schemeClr val="dk2"/>
              </a:buClr>
              <a:buSzPts val="1400"/>
              <a:buFont typeface="Albert Sans"/>
              <a:buChar char="■"/>
              <a:defRPr u="none">
                <a:solidFill>
                  <a:schemeClr val="dk2"/>
                </a:solidFill>
              </a:defRPr>
            </a:lvl9pPr>
          </a:lstStyle>
          <a:p>
            <a:endParaRPr/>
          </a:p>
        </p:txBody>
      </p:sp>
      <p:sp>
        <p:nvSpPr>
          <p:cNvPr id="129" name="Google Shape;129;p22"/>
          <p:cNvSpPr txBox="1">
            <a:spLocks noGrp="1"/>
          </p:cNvSpPr>
          <p:nvPr>
            <p:ph type="body" idx="2"/>
          </p:nvPr>
        </p:nvSpPr>
        <p:spPr>
          <a:xfrm>
            <a:off x="5235220" y="750863"/>
            <a:ext cx="3729900" cy="1613700"/>
          </a:xfrm>
          <a:prstGeom prst="rect">
            <a:avLst/>
          </a:prstGeom>
        </p:spPr>
        <p:txBody>
          <a:bodyPr spcFirstLastPara="1" wrap="square" lIns="91425" tIns="91425" rIns="91425" bIns="91425" anchor="t" anchorCtr="0">
            <a:noAutofit/>
          </a:bodyPr>
          <a:lstStyle>
            <a:lvl1pPr marL="457200" lvl="0"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1pPr>
            <a:lvl2pPr marL="914400" lvl="1"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2pPr>
            <a:lvl3pPr marL="1371600" lvl="2"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3pPr>
            <a:lvl4pPr marL="1828800" lvl="3"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4pPr>
            <a:lvl5pPr marL="2286000" lvl="4"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5pPr>
            <a:lvl6pPr marL="2743200" lvl="5"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6pPr>
            <a:lvl7pPr marL="3200400" lvl="6"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7pPr>
            <a:lvl8pPr marL="3657600" lvl="7"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8pPr>
            <a:lvl9pPr marL="4114800" lvl="8"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9pPr>
          </a:lstStyle>
          <a:p>
            <a:endParaRPr/>
          </a:p>
        </p:txBody>
      </p:sp>
      <p:sp>
        <p:nvSpPr>
          <p:cNvPr id="130" name="Google Shape;130;p22"/>
          <p:cNvSpPr txBox="1">
            <a:spLocks noGrp="1"/>
          </p:cNvSpPr>
          <p:nvPr>
            <p:ph type="title"/>
          </p:nvPr>
        </p:nvSpPr>
        <p:spPr>
          <a:xfrm>
            <a:off x="5257467" y="327150"/>
            <a:ext cx="2743200" cy="393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2"/>
              </a:buClr>
              <a:buSzPts val="1400"/>
              <a:buFont typeface="Albert Sans"/>
              <a:buNone/>
              <a:defRPr sz="1400" b="1">
                <a:solidFill>
                  <a:schemeClr val="lt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22"/>
          <p:cNvSpPr>
            <a:spLocks noGrp="1"/>
          </p:cNvSpPr>
          <p:nvPr>
            <p:ph type="pic" idx="3"/>
          </p:nvPr>
        </p:nvSpPr>
        <p:spPr>
          <a:xfrm>
            <a:off x="8596800" y="223475"/>
            <a:ext cx="318600" cy="318600"/>
          </a:xfrm>
          <a:prstGeom prst="ellipse">
            <a:avLst/>
          </a:prstGeom>
          <a:noFill/>
          <a:ln>
            <a:noFill/>
          </a:ln>
        </p:spPr>
      </p:sp>
      <p:sp>
        <p:nvSpPr>
          <p:cNvPr id="132" name="Google Shape;132;p22"/>
          <p:cNvSpPr txBox="1">
            <a:spLocks noGrp="1"/>
          </p:cNvSpPr>
          <p:nvPr>
            <p:ph type="title" idx="4"/>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3" name="Google Shape;133;p22"/>
          <p:cNvSpPr>
            <a:spLocks noGrp="1"/>
          </p:cNvSpPr>
          <p:nvPr>
            <p:ph type="pic" idx="5"/>
          </p:nvPr>
        </p:nvSpPr>
        <p:spPr>
          <a:xfrm rot="10800000">
            <a:off x="228600" y="2561290"/>
            <a:ext cx="2262600" cy="2348400"/>
          </a:xfrm>
          <a:prstGeom prst="round1Rect">
            <a:avLst>
              <a:gd name="adj" fmla="val 4873"/>
            </a:avLst>
          </a:prstGeom>
          <a:noFill/>
          <a:ln>
            <a:noFill/>
          </a:ln>
        </p:spPr>
      </p:sp>
      <p:sp>
        <p:nvSpPr>
          <p:cNvPr id="134" name="Google Shape;134;p22"/>
          <p:cNvSpPr>
            <a:spLocks noGrp="1"/>
          </p:cNvSpPr>
          <p:nvPr>
            <p:ph type="pic" idx="6"/>
          </p:nvPr>
        </p:nvSpPr>
        <p:spPr>
          <a:xfrm>
            <a:off x="2486554" y="223525"/>
            <a:ext cx="2262600" cy="2348400"/>
          </a:xfrm>
          <a:prstGeom prst="round1Rect">
            <a:avLst>
              <a:gd name="adj" fmla="val 4873"/>
            </a:avLst>
          </a:prstGeom>
          <a:noFill/>
          <a:ln>
            <a:noFill/>
          </a:ln>
        </p:spPr>
      </p:sp>
      <p:sp>
        <p:nvSpPr>
          <p:cNvPr id="135" name="Google Shape;135;p22"/>
          <p:cNvSpPr>
            <a:spLocks noGrp="1"/>
          </p:cNvSpPr>
          <p:nvPr>
            <p:ph type="pic" idx="7"/>
          </p:nvPr>
        </p:nvSpPr>
        <p:spPr>
          <a:xfrm rot="10800000" flipH="1">
            <a:off x="2486554" y="2561290"/>
            <a:ext cx="2262600" cy="2348400"/>
          </a:xfrm>
          <a:prstGeom prst="round1Rect">
            <a:avLst>
              <a:gd name="adj" fmla="val 4873"/>
            </a:avLst>
          </a:prstGeom>
          <a:noFill/>
          <a:ln>
            <a:noFill/>
          </a:ln>
        </p:spPr>
      </p:sp>
      <p:sp>
        <p:nvSpPr>
          <p:cNvPr id="136" name="Google Shape;136;p22"/>
          <p:cNvSpPr>
            <a:spLocks noGrp="1"/>
          </p:cNvSpPr>
          <p:nvPr>
            <p:ph type="pic" idx="8"/>
          </p:nvPr>
        </p:nvSpPr>
        <p:spPr>
          <a:xfrm flipH="1">
            <a:off x="228600" y="224575"/>
            <a:ext cx="2262600" cy="2348400"/>
          </a:xfrm>
          <a:prstGeom prst="round1Rect">
            <a:avLst>
              <a:gd name="adj" fmla="val 4873"/>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Image Gallery">
  <p:cSld name="CUSTOM_3_1">
    <p:bg>
      <p:bgPr>
        <a:solidFill>
          <a:schemeClr val="lt2"/>
        </a:solidFill>
        <a:effectLst/>
      </p:bgPr>
    </p:bg>
    <p:spTree>
      <p:nvGrpSpPr>
        <p:cNvPr id="1" name="Shape 137"/>
        <p:cNvGrpSpPr/>
        <p:nvPr/>
      </p:nvGrpSpPr>
      <p:grpSpPr>
        <a:xfrm>
          <a:off x="0" y="0"/>
          <a:ext cx="0" cy="0"/>
          <a:chOff x="0" y="0"/>
          <a:chExt cx="0" cy="0"/>
        </a:xfrm>
      </p:grpSpPr>
      <p:sp>
        <p:nvSpPr>
          <p:cNvPr id="138" name="Google Shape;138;p23"/>
          <p:cNvSpPr>
            <a:spLocks noGrp="1"/>
          </p:cNvSpPr>
          <p:nvPr>
            <p:ph type="pic" idx="2"/>
          </p:nvPr>
        </p:nvSpPr>
        <p:spPr>
          <a:xfrm>
            <a:off x="114275" y="114300"/>
            <a:ext cx="2919900" cy="2424300"/>
          </a:xfrm>
          <a:prstGeom prst="roundRect">
            <a:avLst>
              <a:gd name="adj" fmla="val 2134"/>
            </a:avLst>
          </a:prstGeom>
          <a:noFill/>
          <a:ln>
            <a:noFill/>
          </a:ln>
        </p:spPr>
      </p:sp>
      <p:sp>
        <p:nvSpPr>
          <p:cNvPr id="139" name="Google Shape;139;p23"/>
          <p:cNvSpPr>
            <a:spLocks noGrp="1"/>
          </p:cNvSpPr>
          <p:nvPr>
            <p:ph type="pic" idx="3"/>
          </p:nvPr>
        </p:nvSpPr>
        <p:spPr>
          <a:xfrm>
            <a:off x="3117080" y="114300"/>
            <a:ext cx="2919900" cy="2424300"/>
          </a:xfrm>
          <a:prstGeom prst="roundRect">
            <a:avLst>
              <a:gd name="adj" fmla="val 2134"/>
            </a:avLst>
          </a:prstGeom>
          <a:noFill/>
          <a:ln>
            <a:noFill/>
          </a:ln>
        </p:spPr>
      </p:sp>
      <p:sp>
        <p:nvSpPr>
          <p:cNvPr id="140" name="Google Shape;140;p23"/>
          <p:cNvSpPr>
            <a:spLocks noGrp="1"/>
          </p:cNvSpPr>
          <p:nvPr>
            <p:ph type="pic" idx="4"/>
          </p:nvPr>
        </p:nvSpPr>
        <p:spPr>
          <a:xfrm>
            <a:off x="114275" y="2604796"/>
            <a:ext cx="2919900" cy="2424300"/>
          </a:xfrm>
          <a:prstGeom prst="roundRect">
            <a:avLst>
              <a:gd name="adj" fmla="val 2134"/>
            </a:avLst>
          </a:prstGeom>
          <a:noFill/>
          <a:ln>
            <a:noFill/>
          </a:ln>
        </p:spPr>
      </p:sp>
      <p:sp>
        <p:nvSpPr>
          <p:cNvPr id="141" name="Google Shape;141;p23"/>
          <p:cNvSpPr>
            <a:spLocks noGrp="1"/>
          </p:cNvSpPr>
          <p:nvPr>
            <p:ph type="pic" idx="5"/>
          </p:nvPr>
        </p:nvSpPr>
        <p:spPr>
          <a:xfrm>
            <a:off x="3117080" y="2604796"/>
            <a:ext cx="2919900" cy="2424300"/>
          </a:xfrm>
          <a:prstGeom prst="roundRect">
            <a:avLst>
              <a:gd name="adj" fmla="val 2134"/>
            </a:avLst>
          </a:prstGeom>
          <a:noFill/>
          <a:ln>
            <a:noFill/>
          </a:ln>
        </p:spPr>
      </p:sp>
      <p:sp>
        <p:nvSpPr>
          <p:cNvPr id="142" name="Google Shape;142;p23"/>
          <p:cNvSpPr>
            <a:spLocks noGrp="1"/>
          </p:cNvSpPr>
          <p:nvPr>
            <p:ph type="pic" idx="6"/>
          </p:nvPr>
        </p:nvSpPr>
        <p:spPr>
          <a:xfrm>
            <a:off x="6109898" y="114300"/>
            <a:ext cx="2919900" cy="2424300"/>
          </a:xfrm>
          <a:prstGeom prst="roundRect">
            <a:avLst>
              <a:gd name="adj" fmla="val 2134"/>
            </a:avLst>
          </a:prstGeom>
          <a:noFill/>
          <a:ln>
            <a:noFill/>
          </a:ln>
        </p:spPr>
      </p:sp>
      <p:sp>
        <p:nvSpPr>
          <p:cNvPr id="143" name="Google Shape;143;p23"/>
          <p:cNvSpPr>
            <a:spLocks noGrp="1"/>
          </p:cNvSpPr>
          <p:nvPr>
            <p:ph type="pic" idx="7"/>
          </p:nvPr>
        </p:nvSpPr>
        <p:spPr>
          <a:xfrm>
            <a:off x="6109898" y="2604796"/>
            <a:ext cx="2919900" cy="2424300"/>
          </a:xfrm>
          <a:prstGeom prst="roundRect">
            <a:avLst>
              <a:gd name="adj" fmla="val 2134"/>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wo Column Text">
  <p:cSld name="CUSTOM_4">
    <p:bg>
      <p:bgPr>
        <a:solidFill>
          <a:schemeClr val="lt1"/>
        </a:solidFill>
        <a:effectLst/>
      </p:bgPr>
    </p:bg>
    <p:spTree>
      <p:nvGrpSpPr>
        <p:cNvPr id="1" name="Shape 144"/>
        <p:cNvGrpSpPr/>
        <p:nvPr/>
      </p:nvGrpSpPr>
      <p:grpSpPr>
        <a:xfrm>
          <a:off x="0" y="0"/>
          <a:ext cx="0" cy="0"/>
          <a:chOff x="0" y="0"/>
          <a:chExt cx="0" cy="0"/>
        </a:xfrm>
      </p:grpSpPr>
      <p:sp>
        <p:nvSpPr>
          <p:cNvPr id="145" name="Google Shape;145;p24"/>
          <p:cNvSpPr txBox="1">
            <a:spLocks noGrp="1"/>
          </p:cNvSpPr>
          <p:nvPr>
            <p:ph type="body" idx="1"/>
          </p:nvPr>
        </p:nvSpPr>
        <p:spPr>
          <a:xfrm>
            <a:off x="970234" y="770775"/>
            <a:ext cx="3729900" cy="1613700"/>
          </a:xfrm>
          <a:prstGeom prst="rect">
            <a:avLst/>
          </a:prstGeom>
          <a:noFill/>
        </p:spPr>
        <p:txBody>
          <a:bodyPr spcFirstLastPara="1" wrap="square" lIns="91425" tIns="91425" rIns="91425" bIns="91425" anchor="t" anchorCtr="0">
            <a:noAutofit/>
          </a:bodyPr>
          <a:lstStyle>
            <a:lvl1pPr marL="457200" lvl="0"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1pPr>
            <a:lvl2pPr marL="914400" lvl="1"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2pPr>
            <a:lvl3pPr marL="1371600" lvl="2"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3pPr>
            <a:lvl4pPr marL="1828800" lvl="3"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4pPr>
            <a:lvl5pPr marL="2286000" lvl="4"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5pPr>
            <a:lvl6pPr marL="2743200" lvl="5"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6pPr>
            <a:lvl7pPr marL="3200400" lvl="6"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7pPr>
            <a:lvl8pPr marL="3657600" lvl="7"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8pPr>
            <a:lvl9pPr marL="4114800" lvl="8"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9pPr>
          </a:lstStyle>
          <a:p>
            <a:endParaRPr/>
          </a:p>
        </p:txBody>
      </p:sp>
      <p:sp>
        <p:nvSpPr>
          <p:cNvPr id="146" name="Google Shape;146;p24"/>
          <p:cNvSpPr txBox="1">
            <a:spLocks noGrp="1"/>
          </p:cNvSpPr>
          <p:nvPr>
            <p:ph type="title"/>
          </p:nvPr>
        </p:nvSpPr>
        <p:spPr>
          <a:xfrm>
            <a:off x="956138" y="327150"/>
            <a:ext cx="2743200" cy="393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2"/>
              </a:buClr>
              <a:buSzPts val="1400"/>
              <a:buFont typeface="Albert Sans"/>
              <a:buNone/>
              <a:defRPr sz="1400" b="1">
                <a:solidFill>
                  <a:schemeClr val="lt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p24"/>
          <p:cNvSpPr txBox="1">
            <a:spLocks noGrp="1"/>
          </p:cNvSpPr>
          <p:nvPr>
            <p:ph type="body" idx="2"/>
          </p:nvPr>
        </p:nvSpPr>
        <p:spPr>
          <a:xfrm>
            <a:off x="5235225" y="824225"/>
            <a:ext cx="3321600" cy="3470400"/>
          </a:xfrm>
          <a:prstGeom prst="rect">
            <a:avLst/>
          </a:prstGeom>
          <a:noFill/>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2"/>
              </a:buClr>
              <a:buSzPts val="1400"/>
              <a:buFont typeface="Albert Sans"/>
              <a:buChar char="●"/>
              <a:defRPr u="none">
                <a:solidFill>
                  <a:schemeClr val="dk2"/>
                </a:solidFill>
              </a:defRPr>
            </a:lvl1pPr>
            <a:lvl2pPr marL="914400" lvl="1" indent="-317500">
              <a:lnSpc>
                <a:spcPct val="115000"/>
              </a:lnSpc>
              <a:spcBef>
                <a:spcPts val="1000"/>
              </a:spcBef>
              <a:spcAft>
                <a:spcPts val="0"/>
              </a:spcAft>
              <a:buClr>
                <a:schemeClr val="dk2"/>
              </a:buClr>
              <a:buSzPts val="1400"/>
              <a:buChar char="○"/>
              <a:defRPr u="none">
                <a:solidFill>
                  <a:schemeClr val="dk2"/>
                </a:solidFill>
              </a:defRPr>
            </a:lvl2pPr>
            <a:lvl3pPr marL="1371600" lvl="2" indent="-317500">
              <a:lnSpc>
                <a:spcPct val="115000"/>
              </a:lnSpc>
              <a:spcBef>
                <a:spcPts val="1000"/>
              </a:spcBef>
              <a:spcAft>
                <a:spcPts val="0"/>
              </a:spcAft>
              <a:buClr>
                <a:schemeClr val="dk2"/>
              </a:buClr>
              <a:buSzPts val="1400"/>
              <a:buChar char="■"/>
              <a:defRPr u="none">
                <a:solidFill>
                  <a:schemeClr val="dk2"/>
                </a:solidFill>
              </a:defRPr>
            </a:lvl3pPr>
            <a:lvl4pPr marL="1828800" lvl="3" indent="-317500">
              <a:lnSpc>
                <a:spcPct val="115000"/>
              </a:lnSpc>
              <a:spcBef>
                <a:spcPts val="1000"/>
              </a:spcBef>
              <a:spcAft>
                <a:spcPts val="0"/>
              </a:spcAft>
              <a:buClr>
                <a:schemeClr val="dk2"/>
              </a:buClr>
              <a:buSzPts val="1400"/>
              <a:buChar char="●"/>
              <a:defRPr u="none">
                <a:solidFill>
                  <a:schemeClr val="dk2"/>
                </a:solidFill>
              </a:defRPr>
            </a:lvl4pPr>
            <a:lvl5pPr marL="2286000" lvl="4" indent="-317500">
              <a:lnSpc>
                <a:spcPct val="115000"/>
              </a:lnSpc>
              <a:spcBef>
                <a:spcPts val="1000"/>
              </a:spcBef>
              <a:spcAft>
                <a:spcPts val="0"/>
              </a:spcAft>
              <a:buClr>
                <a:schemeClr val="dk2"/>
              </a:buClr>
              <a:buSzPts val="1400"/>
              <a:buChar char="○"/>
              <a:defRPr u="none">
                <a:solidFill>
                  <a:schemeClr val="dk2"/>
                </a:solidFill>
              </a:defRPr>
            </a:lvl5pPr>
            <a:lvl6pPr marL="2743200" lvl="5" indent="-317500">
              <a:lnSpc>
                <a:spcPct val="115000"/>
              </a:lnSpc>
              <a:spcBef>
                <a:spcPts val="1000"/>
              </a:spcBef>
              <a:spcAft>
                <a:spcPts val="0"/>
              </a:spcAft>
              <a:buClr>
                <a:schemeClr val="dk2"/>
              </a:buClr>
              <a:buSzPts val="1400"/>
              <a:buChar char="■"/>
              <a:defRPr u="none">
                <a:solidFill>
                  <a:schemeClr val="dk2"/>
                </a:solidFill>
              </a:defRPr>
            </a:lvl6pPr>
            <a:lvl7pPr marL="3200400" lvl="6" indent="-317500">
              <a:lnSpc>
                <a:spcPct val="115000"/>
              </a:lnSpc>
              <a:spcBef>
                <a:spcPts val="1000"/>
              </a:spcBef>
              <a:spcAft>
                <a:spcPts val="0"/>
              </a:spcAft>
              <a:buClr>
                <a:schemeClr val="dk2"/>
              </a:buClr>
              <a:buSzPts val="1400"/>
              <a:buChar char="●"/>
              <a:defRPr u="none">
                <a:solidFill>
                  <a:schemeClr val="dk2"/>
                </a:solidFill>
              </a:defRPr>
            </a:lvl7pPr>
            <a:lvl8pPr marL="3657600" lvl="7" indent="-317500">
              <a:lnSpc>
                <a:spcPct val="115000"/>
              </a:lnSpc>
              <a:spcBef>
                <a:spcPts val="1000"/>
              </a:spcBef>
              <a:spcAft>
                <a:spcPts val="0"/>
              </a:spcAft>
              <a:buClr>
                <a:schemeClr val="dk2"/>
              </a:buClr>
              <a:buSzPts val="1400"/>
              <a:buChar char="○"/>
              <a:defRPr u="none">
                <a:solidFill>
                  <a:schemeClr val="dk2"/>
                </a:solidFill>
              </a:defRPr>
            </a:lvl8pPr>
            <a:lvl9pPr marL="4114800" lvl="8" indent="-317500">
              <a:lnSpc>
                <a:spcPct val="115000"/>
              </a:lnSpc>
              <a:spcBef>
                <a:spcPts val="1000"/>
              </a:spcBef>
              <a:spcAft>
                <a:spcPts val="1000"/>
              </a:spcAft>
              <a:buClr>
                <a:schemeClr val="dk2"/>
              </a:buClr>
              <a:buSzPts val="1400"/>
              <a:buChar char="■"/>
              <a:defRPr u="none">
                <a:solidFill>
                  <a:schemeClr val="dk2"/>
                </a:solidFill>
              </a:defRPr>
            </a:lvl9pPr>
          </a:lstStyle>
          <a:p>
            <a:endParaRPr/>
          </a:p>
        </p:txBody>
      </p:sp>
      <p:sp>
        <p:nvSpPr>
          <p:cNvPr id="148" name="Google Shape;148;p24"/>
          <p:cNvSpPr>
            <a:spLocks noGrp="1"/>
          </p:cNvSpPr>
          <p:nvPr>
            <p:ph type="pic" idx="3"/>
          </p:nvPr>
        </p:nvSpPr>
        <p:spPr>
          <a:xfrm>
            <a:off x="8596800" y="223475"/>
            <a:ext cx="318600" cy="318600"/>
          </a:xfrm>
          <a:prstGeom prst="ellipse">
            <a:avLst/>
          </a:prstGeom>
          <a:noFill/>
          <a:ln>
            <a:noFill/>
          </a:ln>
        </p:spPr>
      </p:sp>
      <p:sp>
        <p:nvSpPr>
          <p:cNvPr id="149" name="Google Shape;149;p24"/>
          <p:cNvSpPr txBox="1">
            <a:spLocks noGrp="1"/>
          </p:cNvSpPr>
          <p:nvPr>
            <p:ph type="title" idx="4"/>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ncept">
  <p:cSld name="CUSTOM_4_1">
    <p:bg>
      <p:bgPr>
        <a:solidFill>
          <a:schemeClr val="lt1"/>
        </a:solidFill>
        <a:effectLst/>
      </p:bgPr>
    </p:bg>
    <p:spTree>
      <p:nvGrpSpPr>
        <p:cNvPr id="1" name="Shape 150"/>
        <p:cNvGrpSpPr/>
        <p:nvPr/>
      </p:nvGrpSpPr>
      <p:grpSpPr>
        <a:xfrm>
          <a:off x="0" y="0"/>
          <a:ext cx="0" cy="0"/>
          <a:chOff x="0" y="0"/>
          <a:chExt cx="0" cy="0"/>
        </a:xfrm>
      </p:grpSpPr>
      <p:sp>
        <p:nvSpPr>
          <p:cNvPr id="151" name="Google Shape;151;p25"/>
          <p:cNvSpPr txBox="1">
            <a:spLocks noGrp="1"/>
          </p:cNvSpPr>
          <p:nvPr>
            <p:ph type="body" idx="1"/>
          </p:nvPr>
        </p:nvSpPr>
        <p:spPr>
          <a:xfrm>
            <a:off x="949503" y="770775"/>
            <a:ext cx="7171500" cy="1613700"/>
          </a:xfrm>
          <a:prstGeom prst="rect">
            <a:avLst/>
          </a:prstGeom>
        </p:spPr>
        <p:txBody>
          <a:bodyPr spcFirstLastPara="1" wrap="square" lIns="91425" tIns="91425" rIns="91425" bIns="91425" anchor="t" anchorCtr="0">
            <a:noAutofit/>
          </a:bodyPr>
          <a:lstStyle>
            <a:lvl1pPr marL="457200" lvl="0"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1pPr>
            <a:lvl2pPr marL="914400" lvl="1"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2pPr>
            <a:lvl3pPr marL="1371600" lvl="2"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3pPr>
            <a:lvl4pPr marL="1828800" lvl="3"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4pPr>
            <a:lvl5pPr marL="2286000" lvl="4"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5pPr>
            <a:lvl6pPr marL="2743200" lvl="5"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6pPr>
            <a:lvl7pPr marL="3200400" lvl="6"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7pPr>
            <a:lvl8pPr marL="3657600" lvl="7"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8pPr>
            <a:lvl9pPr marL="4114800" lvl="8" indent="-381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9pPr>
          </a:lstStyle>
          <a:p>
            <a:endParaRPr/>
          </a:p>
        </p:txBody>
      </p:sp>
      <p:sp>
        <p:nvSpPr>
          <p:cNvPr id="152" name="Google Shape;152;p25"/>
          <p:cNvSpPr txBox="1">
            <a:spLocks noGrp="1"/>
          </p:cNvSpPr>
          <p:nvPr>
            <p:ph type="title"/>
          </p:nvPr>
        </p:nvSpPr>
        <p:spPr>
          <a:xfrm>
            <a:off x="956138" y="327150"/>
            <a:ext cx="2743200" cy="393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2"/>
              </a:buClr>
              <a:buSzPts val="1400"/>
              <a:buFont typeface="Albert Sans"/>
              <a:buNone/>
              <a:defRPr sz="1400" b="1">
                <a:solidFill>
                  <a:schemeClr val="lt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3" name="Google Shape;153;p25"/>
          <p:cNvSpPr txBox="1">
            <a:spLocks noGrp="1"/>
          </p:cNvSpPr>
          <p:nvPr>
            <p:ph type="body" idx="2"/>
          </p:nvPr>
        </p:nvSpPr>
        <p:spPr>
          <a:xfrm>
            <a:off x="961716" y="2599900"/>
            <a:ext cx="7145100" cy="1802100"/>
          </a:xfrm>
          <a:prstGeom prst="rect">
            <a:avLst/>
          </a:prstGeom>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2"/>
              </a:buClr>
              <a:buSzPts val="1400"/>
              <a:buFont typeface="Albert Sans"/>
              <a:buChar char="●"/>
              <a:defRPr u="none">
                <a:solidFill>
                  <a:schemeClr val="dk2"/>
                </a:solidFill>
              </a:defRPr>
            </a:lvl1pPr>
            <a:lvl2pPr marL="914400" lvl="1" indent="-317500">
              <a:lnSpc>
                <a:spcPct val="115000"/>
              </a:lnSpc>
              <a:spcBef>
                <a:spcPts val="1000"/>
              </a:spcBef>
              <a:spcAft>
                <a:spcPts val="0"/>
              </a:spcAft>
              <a:buClr>
                <a:schemeClr val="dk2"/>
              </a:buClr>
              <a:buSzPts val="1400"/>
              <a:buChar char="○"/>
              <a:defRPr u="none">
                <a:solidFill>
                  <a:schemeClr val="dk2"/>
                </a:solidFill>
              </a:defRPr>
            </a:lvl2pPr>
            <a:lvl3pPr marL="1371600" lvl="2" indent="-317500">
              <a:lnSpc>
                <a:spcPct val="115000"/>
              </a:lnSpc>
              <a:spcBef>
                <a:spcPts val="1000"/>
              </a:spcBef>
              <a:spcAft>
                <a:spcPts val="0"/>
              </a:spcAft>
              <a:buClr>
                <a:schemeClr val="dk2"/>
              </a:buClr>
              <a:buSzPts val="1400"/>
              <a:buChar char="■"/>
              <a:defRPr u="none">
                <a:solidFill>
                  <a:schemeClr val="dk2"/>
                </a:solidFill>
              </a:defRPr>
            </a:lvl3pPr>
            <a:lvl4pPr marL="1828800" lvl="3" indent="-317500">
              <a:lnSpc>
                <a:spcPct val="115000"/>
              </a:lnSpc>
              <a:spcBef>
                <a:spcPts val="1000"/>
              </a:spcBef>
              <a:spcAft>
                <a:spcPts val="0"/>
              </a:spcAft>
              <a:buClr>
                <a:schemeClr val="dk2"/>
              </a:buClr>
              <a:buSzPts val="1400"/>
              <a:buChar char="●"/>
              <a:defRPr u="none">
                <a:solidFill>
                  <a:schemeClr val="dk2"/>
                </a:solidFill>
              </a:defRPr>
            </a:lvl4pPr>
            <a:lvl5pPr marL="2286000" lvl="4" indent="-317500">
              <a:lnSpc>
                <a:spcPct val="115000"/>
              </a:lnSpc>
              <a:spcBef>
                <a:spcPts val="1000"/>
              </a:spcBef>
              <a:spcAft>
                <a:spcPts val="0"/>
              </a:spcAft>
              <a:buClr>
                <a:schemeClr val="dk2"/>
              </a:buClr>
              <a:buSzPts val="1400"/>
              <a:buChar char="○"/>
              <a:defRPr u="none">
                <a:solidFill>
                  <a:schemeClr val="dk2"/>
                </a:solidFill>
              </a:defRPr>
            </a:lvl5pPr>
            <a:lvl6pPr marL="2743200" lvl="5" indent="-317500">
              <a:lnSpc>
                <a:spcPct val="115000"/>
              </a:lnSpc>
              <a:spcBef>
                <a:spcPts val="1000"/>
              </a:spcBef>
              <a:spcAft>
                <a:spcPts val="0"/>
              </a:spcAft>
              <a:buClr>
                <a:schemeClr val="dk2"/>
              </a:buClr>
              <a:buSzPts val="1400"/>
              <a:buChar char="■"/>
              <a:defRPr u="none">
                <a:solidFill>
                  <a:schemeClr val="dk2"/>
                </a:solidFill>
              </a:defRPr>
            </a:lvl6pPr>
            <a:lvl7pPr marL="3200400" lvl="6" indent="-317500">
              <a:lnSpc>
                <a:spcPct val="115000"/>
              </a:lnSpc>
              <a:spcBef>
                <a:spcPts val="1000"/>
              </a:spcBef>
              <a:spcAft>
                <a:spcPts val="0"/>
              </a:spcAft>
              <a:buClr>
                <a:schemeClr val="dk2"/>
              </a:buClr>
              <a:buSzPts val="1400"/>
              <a:buChar char="●"/>
              <a:defRPr u="none">
                <a:solidFill>
                  <a:schemeClr val="dk2"/>
                </a:solidFill>
              </a:defRPr>
            </a:lvl7pPr>
            <a:lvl8pPr marL="3657600" lvl="7" indent="-317500">
              <a:lnSpc>
                <a:spcPct val="115000"/>
              </a:lnSpc>
              <a:spcBef>
                <a:spcPts val="1000"/>
              </a:spcBef>
              <a:spcAft>
                <a:spcPts val="0"/>
              </a:spcAft>
              <a:buClr>
                <a:schemeClr val="dk2"/>
              </a:buClr>
              <a:buSzPts val="1400"/>
              <a:buChar char="○"/>
              <a:defRPr u="none">
                <a:solidFill>
                  <a:schemeClr val="dk2"/>
                </a:solidFill>
              </a:defRPr>
            </a:lvl8pPr>
            <a:lvl9pPr marL="4114800" lvl="8" indent="-317500">
              <a:lnSpc>
                <a:spcPct val="115000"/>
              </a:lnSpc>
              <a:spcBef>
                <a:spcPts val="1000"/>
              </a:spcBef>
              <a:spcAft>
                <a:spcPts val="1000"/>
              </a:spcAft>
              <a:buClr>
                <a:schemeClr val="dk2"/>
              </a:buClr>
              <a:buSzPts val="1400"/>
              <a:buChar char="■"/>
              <a:defRPr u="none">
                <a:solidFill>
                  <a:schemeClr val="dk2"/>
                </a:solidFill>
              </a:defRPr>
            </a:lvl9pPr>
          </a:lstStyle>
          <a:p>
            <a:endParaRPr/>
          </a:p>
        </p:txBody>
      </p:sp>
      <p:sp>
        <p:nvSpPr>
          <p:cNvPr id="154" name="Google Shape;154;p25"/>
          <p:cNvSpPr>
            <a:spLocks noGrp="1"/>
          </p:cNvSpPr>
          <p:nvPr>
            <p:ph type="pic" idx="3"/>
          </p:nvPr>
        </p:nvSpPr>
        <p:spPr>
          <a:xfrm>
            <a:off x="8596800" y="223475"/>
            <a:ext cx="318600" cy="318600"/>
          </a:xfrm>
          <a:prstGeom prst="ellipse">
            <a:avLst/>
          </a:prstGeom>
          <a:noFill/>
          <a:ln>
            <a:noFill/>
          </a:ln>
        </p:spPr>
      </p:sp>
      <p:sp>
        <p:nvSpPr>
          <p:cNvPr id="155" name="Google Shape;155;p25"/>
          <p:cNvSpPr txBox="1">
            <a:spLocks noGrp="1"/>
          </p:cNvSpPr>
          <p:nvPr>
            <p:ph type="title" idx="4"/>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he Problem">
  <p:cSld name="CUSTOM_6">
    <p:spTree>
      <p:nvGrpSpPr>
        <p:cNvPr id="1" name="Shape 156"/>
        <p:cNvGrpSpPr/>
        <p:nvPr/>
      </p:nvGrpSpPr>
      <p:grpSpPr>
        <a:xfrm>
          <a:off x="0" y="0"/>
          <a:ext cx="0" cy="0"/>
          <a:chOff x="0" y="0"/>
          <a:chExt cx="0" cy="0"/>
        </a:xfrm>
      </p:grpSpPr>
      <p:sp>
        <p:nvSpPr>
          <p:cNvPr id="157" name="Google Shape;157;p26"/>
          <p:cNvSpPr>
            <a:spLocks noGrp="1"/>
          </p:cNvSpPr>
          <p:nvPr>
            <p:ph type="pic" idx="2"/>
          </p:nvPr>
        </p:nvSpPr>
        <p:spPr>
          <a:xfrm>
            <a:off x="8596800" y="223475"/>
            <a:ext cx="318600" cy="318600"/>
          </a:xfrm>
          <a:prstGeom prst="ellipse">
            <a:avLst/>
          </a:prstGeom>
          <a:noFill/>
          <a:ln>
            <a:noFill/>
          </a:ln>
        </p:spPr>
      </p:sp>
      <p:sp>
        <p:nvSpPr>
          <p:cNvPr id="158" name="Google Shape;158;p26"/>
          <p:cNvSpPr txBox="1">
            <a:spLocks noGrp="1"/>
          </p:cNvSpPr>
          <p:nvPr>
            <p:ph type="title"/>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159" name="Google Shape;159;p26"/>
          <p:cNvSpPr txBox="1">
            <a:spLocks noGrp="1"/>
          </p:cNvSpPr>
          <p:nvPr>
            <p:ph type="subTitle" idx="1"/>
          </p:nvPr>
        </p:nvSpPr>
        <p:spPr>
          <a:xfrm>
            <a:off x="958450" y="2692875"/>
            <a:ext cx="7137900" cy="2013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400"/>
              <a:buFont typeface="Nanum Myeongjo"/>
              <a:buNone/>
              <a:defRPr sz="2400" b="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a:endParaRPr/>
          </a:p>
        </p:txBody>
      </p:sp>
      <p:sp>
        <p:nvSpPr>
          <p:cNvPr id="160" name="Google Shape;160;p26"/>
          <p:cNvSpPr txBox="1">
            <a:spLocks noGrp="1"/>
          </p:cNvSpPr>
          <p:nvPr>
            <p:ph type="title" idx="3"/>
          </p:nvPr>
        </p:nvSpPr>
        <p:spPr>
          <a:xfrm>
            <a:off x="956150" y="555750"/>
            <a:ext cx="3558600" cy="393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1"/>
              </a:buClr>
              <a:buSzPts val="1400"/>
              <a:buFont typeface="Albert Sans"/>
              <a:buNone/>
              <a:defRPr sz="1400" b="1">
                <a:solidFill>
                  <a:schemeClr val="accent1"/>
                </a:solidFill>
                <a:latin typeface="Albert Sans"/>
                <a:ea typeface="Albert Sans"/>
                <a:cs typeface="Albert Sans"/>
                <a:sym typeface="Albert Sans"/>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a:endParaRPr/>
          </a:p>
        </p:txBody>
      </p:sp>
      <p:sp>
        <p:nvSpPr>
          <p:cNvPr id="161" name="Google Shape;161;p26"/>
          <p:cNvSpPr txBox="1">
            <a:spLocks noGrp="1"/>
          </p:cNvSpPr>
          <p:nvPr>
            <p:ph type="title" idx="4"/>
          </p:nvPr>
        </p:nvSpPr>
        <p:spPr>
          <a:xfrm>
            <a:off x="941263" y="866159"/>
            <a:ext cx="7137900" cy="2013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6000"/>
              <a:buFont typeface="Albert Sans"/>
              <a:buNone/>
              <a:defRPr sz="6000">
                <a:latin typeface="Albert Sans"/>
                <a:ea typeface="Albert Sans"/>
                <a:cs typeface="Albert Sans"/>
                <a:sym typeface="Albert Sans"/>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Features &amp; Benefits">
  <p:cSld name="CUSTOM_7">
    <p:spTree>
      <p:nvGrpSpPr>
        <p:cNvPr id="1" name="Shape 162"/>
        <p:cNvGrpSpPr/>
        <p:nvPr/>
      </p:nvGrpSpPr>
      <p:grpSpPr>
        <a:xfrm>
          <a:off x="0" y="0"/>
          <a:ext cx="0" cy="0"/>
          <a:chOff x="0" y="0"/>
          <a:chExt cx="0" cy="0"/>
        </a:xfrm>
      </p:grpSpPr>
      <p:sp>
        <p:nvSpPr>
          <p:cNvPr id="163" name="Google Shape;163;p27"/>
          <p:cNvSpPr txBox="1">
            <a:spLocks noGrp="1"/>
          </p:cNvSpPr>
          <p:nvPr>
            <p:ph type="subTitle" idx="1"/>
          </p:nvPr>
        </p:nvSpPr>
        <p:spPr>
          <a:xfrm>
            <a:off x="-394525" y="762900"/>
            <a:ext cx="2958300" cy="1160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a:endParaRPr/>
          </a:p>
        </p:txBody>
      </p:sp>
      <p:sp>
        <p:nvSpPr>
          <p:cNvPr id="164" name="Google Shape;164;p27"/>
          <p:cNvSpPr txBox="1">
            <a:spLocks noGrp="1"/>
          </p:cNvSpPr>
          <p:nvPr>
            <p:ph type="subTitle" idx="2"/>
          </p:nvPr>
        </p:nvSpPr>
        <p:spPr>
          <a:xfrm>
            <a:off x="7780000" y="762900"/>
            <a:ext cx="1961700" cy="1160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1400"/>
              <a:buFont typeface="Albert Sans"/>
              <a:buNone/>
              <a:defRPr/>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a:endParaRPr/>
          </a:p>
        </p:txBody>
      </p:sp>
      <p:sp>
        <p:nvSpPr>
          <p:cNvPr id="165" name="Google Shape;165;p27"/>
          <p:cNvSpPr txBox="1">
            <a:spLocks noGrp="1"/>
          </p:cNvSpPr>
          <p:nvPr>
            <p:ph type="subTitle" idx="3"/>
          </p:nvPr>
        </p:nvSpPr>
        <p:spPr>
          <a:xfrm>
            <a:off x="-867225" y="1991550"/>
            <a:ext cx="2011500" cy="1160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1400"/>
              <a:buFont typeface="Albert Sans"/>
              <a:buNone/>
              <a:defRPr/>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a:endParaRPr/>
          </a:p>
        </p:txBody>
      </p:sp>
      <p:sp>
        <p:nvSpPr>
          <p:cNvPr id="166" name="Google Shape;166;p27"/>
          <p:cNvSpPr txBox="1">
            <a:spLocks noGrp="1"/>
          </p:cNvSpPr>
          <p:nvPr>
            <p:ph type="subTitle" idx="4"/>
          </p:nvPr>
        </p:nvSpPr>
        <p:spPr>
          <a:xfrm>
            <a:off x="1384800" y="1991550"/>
            <a:ext cx="1961700" cy="1160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a:endParaRPr/>
          </a:p>
        </p:txBody>
      </p:sp>
      <p:sp>
        <p:nvSpPr>
          <p:cNvPr id="167" name="Google Shape;167;p27"/>
          <p:cNvSpPr txBox="1">
            <a:spLocks noGrp="1"/>
          </p:cNvSpPr>
          <p:nvPr>
            <p:ph type="subTitle" idx="5"/>
          </p:nvPr>
        </p:nvSpPr>
        <p:spPr>
          <a:xfrm>
            <a:off x="3556975" y="1991550"/>
            <a:ext cx="4403400" cy="1160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6000"/>
              <a:buNone/>
              <a:defRPr sz="6000" b="0"/>
            </a:lvl1pPr>
            <a:lvl2pPr lvl="1">
              <a:spcBef>
                <a:spcPts val="0"/>
              </a:spcBef>
              <a:spcAft>
                <a:spcPts val="0"/>
              </a:spcAft>
              <a:buClr>
                <a:schemeClr val="lt1"/>
              </a:buClr>
              <a:buSzPts val="6000"/>
              <a:buFont typeface="Albert Sans"/>
              <a:buNone/>
              <a:defRPr sz="6000"/>
            </a:lvl2pPr>
            <a:lvl3pPr lvl="2">
              <a:spcBef>
                <a:spcPts val="0"/>
              </a:spcBef>
              <a:spcAft>
                <a:spcPts val="0"/>
              </a:spcAft>
              <a:buClr>
                <a:schemeClr val="lt1"/>
              </a:buClr>
              <a:buSzPts val="6000"/>
              <a:buFont typeface="Albert Sans"/>
              <a:buNone/>
              <a:defRPr sz="6000"/>
            </a:lvl3pPr>
            <a:lvl4pPr lvl="3">
              <a:spcBef>
                <a:spcPts val="0"/>
              </a:spcBef>
              <a:spcAft>
                <a:spcPts val="0"/>
              </a:spcAft>
              <a:buClr>
                <a:schemeClr val="lt1"/>
              </a:buClr>
              <a:buSzPts val="6000"/>
              <a:buFont typeface="Albert Sans"/>
              <a:buNone/>
              <a:defRPr sz="6000"/>
            </a:lvl4pPr>
            <a:lvl5pPr lvl="4">
              <a:spcBef>
                <a:spcPts val="0"/>
              </a:spcBef>
              <a:spcAft>
                <a:spcPts val="0"/>
              </a:spcAft>
              <a:buClr>
                <a:schemeClr val="lt1"/>
              </a:buClr>
              <a:buSzPts val="6000"/>
              <a:buFont typeface="Albert Sans"/>
              <a:buNone/>
              <a:defRPr sz="6000"/>
            </a:lvl5pPr>
            <a:lvl6pPr lvl="5">
              <a:spcBef>
                <a:spcPts val="0"/>
              </a:spcBef>
              <a:spcAft>
                <a:spcPts val="0"/>
              </a:spcAft>
              <a:buClr>
                <a:schemeClr val="lt1"/>
              </a:buClr>
              <a:buSzPts val="6000"/>
              <a:buFont typeface="Albert Sans"/>
              <a:buNone/>
              <a:defRPr sz="6000"/>
            </a:lvl6pPr>
            <a:lvl7pPr lvl="6">
              <a:spcBef>
                <a:spcPts val="0"/>
              </a:spcBef>
              <a:spcAft>
                <a:spcPts val="0"/>
              </a:spcAft>
              <a:buClr>
                <a:schemeClr val="lt1"/>
              </a:buClr>
              <a:buSzPts val="6000"/>
              <a:buFont typeface="Albert Sans"/>
              <a:buNone/>
              <a:defRPr sz="6000"/>
            </a:lvl7pPr>
            <a:lvl8pPr lvl="7">
              <a:spcBef>
                <a:spcPts val="0"/>
              </a:spcBef>
              <a:spcAft>
                <a:spcPts val="0"/>
              </a:spcAft>
              <a:buClr>
                <a:schemeClr val="lt1"/>
              </a:buClr>
              <a:buSzPts val="6000"/>
              <a:buFont typeface="Albert Sans"/>
              <a:buNone/>
              <a:defRPr sz="6000"/>
            </a:lvl8pPr>
            <a:lvl9pPr lvl="8">
              <a:spcBef>
                <a:spcPts val="0"/>
              </a:spcBef>
              <a:spcAft>
                <a:spcPts val="0"/>
              </a:spcAft>
              <a:buClr>
                <a:schemeClr val="lt1"/>
              </a:buClr>
              <a:buSzPts val="6000"/>
              <a:buFont typeface="Albert Sans"/>
              <a:buNone/>
              <a:defRPr sz="6000"/>
            </a:lvl9pPr>
          </a:lstStyle>
          <a:p>
            <a:endParaRPr/>
          </a:p>
        </p:txBody>
      </p:sp>
      <p:sp>
        <p:nvSpPr>
          <p:cNvPr id="168" name="Google Shape;168;p27"/>
          <p:cNvSpPr txBox="1">
            <a:spLocks noGrp="1"/>
          </p:cNvSpPr>
          <p:nvPr>
            <p:ph type="subTitle" idx="6"/>
          </p:nvPr>
        </p:nvSpPr>
        <p:spPr>
          <a:xfrm>
            <a:off x="8207225" y="1991550"/>
            <a:ext cx="2216400" cy="1160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a:endParaRPr/>
          </a:p>
        </p:txBody>
      </p:sp>
      <p:sp>
        <p:nvSpPr>
          <p:cNvPr id="169" name="Google Shape;169;p27"/>
          <p:cNvSpPr txBox="1">
            <a:spLocks noGrp="1"/>
          </p:cNvSpPr>
          <p:nvPr>
            <p:ph type="subTitle" idx="7"/>
          </p:nvPr>
        </p:nvSpPr>
        <p:spPr>
          <a:xfrm>
            <a:off x="307950" y="3220200"/>
            <a:ext cx="3807600" cy="1160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a:endParaRPr/>
          </a:p>
        </p:txBody>
      </p:sp>
      <p:sp>
        <p:nvSpPr>
          <p:cNvPr id="170" name="Google Shape;170;p27"/>
          <p:cNvSpPr txBox="1">
            <a:spLocks noGrp="1"/>
          </p:cNvSpPr>
          <p:nvPr>
            <p:ph type="subTitle" idx="8"/>
          </p:nvPr>
        </p:nvSpPr>
        <p:spPr>
          <a:xfrm>
            <a:off x="4367925" y="3220200"/>
            <a:ext cx="2121000" cy="1160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1400"/>
              <a:buFont typeface="Albert Sans"/>
              <a:buNone/>
              <a:defRPr/>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a:endParaRPr/>
          </a:p>
        </p:txBody>
      </p:sp>
      <p:sp>
        <p:nvSpPr>
          <p:cNvPr id="171" name="Google Shape;171;p27"/>
          <p:cNvSpPr txBox="1">
            <a:spLocks noGrp="1"/>
          </p:cNvSpPr>
          <p:nvPr>
            <p:ph type="subTitle" idx="9"/>
          </p:nvPr>
        </p:nvSpPr>
        <p:spPr>
          <a:xfrm>
            <a:off x="6718750" y="3220200"/>
            <a:ext cx="2383200" cy="1160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a:endParaRPr/>
          </a:p>
        </p:txBody>
      </p:sp>
      <p:sp>
        <p:nvSpPr>
          <p:cNvPr id="172" name="Google Shape;172;p27"/>
          <p:cNvSpPr txBox="1">
            <a:spLocks noGrp="1"/>
          </p:cNvSpPr>
          <p:nvPr>
            <p:ph type="subTitle" idx="13"/>
          </p:nvPr>
        </p:nvSpPr>
        <p:spPr>
          <a:xfrm>
            <a:off x="2793625" y="762900"/>
            <a:ext cx="2143500" cy="1160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1400"/>
              <a:buFont typeface="Albert Sans"/>
              <a:buNone/>
              <a:defRPr/>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a:endParaRPr/>
          </a:p>
        </p:txBody>
      </p:sp>
      <p:sp>
        <p:nvSpPr>
          <p:cNvPr id="173" name="Google Shape;173;p27"/>
          <p:cNvSpPr txBox="1">
            <a:spLocks noGrp="1"/>
          </p:cNvSpPr>
          <p:nvPr>
            <p:ph type="subTitle" idx="14"/>
          </p:nvPr>
        </p:nvSpPr>
        <p:spPr>
          <a:xfrm>
            <a:off x="5151963" y="762900"/>
            <a:ext cx="2413200" cy="1160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a:endParaRPr/>
          </a:p>
        </p:txBody>
      </p:sp>
      <p:sp>
        <p:nvSpPr>
          <p:cNvPr id="174" name="Google Shape;174;p27"/>
          <p:cNvSpPr>
            <a:spLocks noGrp="1"/>
          </p:cNvSpPr>
          <p:nvPr>
            <p:ph type="pic" idx="15"/>
          </p:nvPr>
        </p:nvSpPr>
        <p:spPr>
          <a:xfrm>
            <a:off x="8596800" y="223475"/>
            <a:ext cx="318600" cy="318600"/>
          </a:xfrm>
          <a:prstGeom prst="ellipse">
            <a:avLst/>
          </a:prstGeom>
          <a:noFill/>
          <a:ln>
            <a:noFill/>
          </a:ln>
        </p:spPr>
      </p:sp>
      <p:sp>
        <p:nvSpPr>
          <p:cNvPr id="175" name="Google Shape;175;p27"/>
          <p:cNvSpPr txBox="1">
            <a:spLocks noGrp="1"/>
          </p:cNvSpPr>
          <p:nvPr>
            <p:ph type="title"/>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Line Graph">
  <p:cSld name="CUSTOM_8">
    <p:spTree>
      <p:nvGrpSpPr>
        <p:cNvPr id="1" name="Shape 176"/>
        <p:cNvGrpSpPr/>
        <p:nvPr/>
      </p:nvGrpSpPr>
      <p:grpSpPr>
        <a:xfrm>
          <a:off x="0" y="0"/>
          <a:ext cx="0" cy="0"/>
          <a:chOff x="0" y="0"/>
          <a:chExt cx="0" cy="0"/>
        </a:xfrm>
      </p:grpSpPr>
      <p:sp>
        <p:nvSpPr>
          <p:cNvPr id="177" name="Google Shape;177;p28"/>
          <p:cNvSpPr txBox="1">
            <a:spLocks noGrp="1"/>
          </p:cNvSpPr>
          <p:nvPr>
            <p:ph type="title"/>
          </p:nvPr>
        </p:nvSpPr>
        <p:spPr>
          <a:xfrm>
            <a:off x="956150" y="327150"/>
            <a:ext cx="3558600" cy="393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1"/>
              </a:buClr>
              <a:buSzPts val="1400"/>
              <a:buFont typeface="Albert Sans"/>
              <a:buNone/>
              <a:defRPr sz="1400" b="1">
                <a:solidFill>
                  <a:schemeClr val="accent1"/>
                </a:solidFill>
                <a:latin typeface="Albert Sans"/>
                <a:ea typeface="Albert Sans"/>
                <a:cs typeface="Albert Sans"/>
                <a:sym typeface="Albert Sans"/>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a:endParaRPr/>
          </a:p>
        </p:txBody>
      </p:sp>
      <p:sp>
        <p:nvSpPr>
          <p:cNvPr id="178" name="Google Shape;178;p28"/>
          <p:cNvSpPr>
            <a:spLocks noGrp="1"/>
          </p:cNvSpPr>
          <p:nvPr>
            <p:ph type="pic" idx="2"/>
          </p:nvPr>
        </p:nvSpPr>
        <p:spPr>
          <a:xfrm>
            <a:off x="8596800" y="223475"/>
            <a:ext cx="318600" cy="318600"/>
          </a:xfrm>
          <a:prstGeom prst="ellipse">
            <a:avLst/>
          </a:prstGeom>
          <a:noFill/>
          <a:ln>
            <a:noFill/>
          </a:ln>
        </p:spPr>
      </p:sp>
      <p:sp>
        <p:nvSpPr>
          <p:cNvPr id="179" name="Google Shape;179;p28"/>
          <p:cNvSpPr txBox="1">
            <a:spLocks noGrp="1"/>
          </p:cNvSpPr>
          <p:nvPr>
            <p:ph type="subTitle" idx="1"/>
          </p:nvPr>
        </p:nvSpPr>
        <p:spPr>
          <a:xfrm>
            <a:off x="3831000" y="327150"/>
            <a:ext cx="4500300" cy="1202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0" name="Google Shape;180;p28"/>
          <p:cNvSpPr txBox="1">
            <a:spLocks noGrp="1"/>
          </p:cNvSpPr>
          <p:nvPr>
            <p:ph type="title" idx="3"/>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Pie Graph">
  <p:cSld name="CUSTOM_8_1">
    <p:spTree>
      <p:nvGrpSpPr>
        <p:cNvPr id="1" name="Shape 181"/>
        <p:cNvGrpSpPr/>
        <p:nvPr/>
      </p:nvGrpSpPr>
      <p:grpSpPr>
        <a:xfrm>
          <a:off x="0" y="0"/>
          <a:ext cx="0" cy="0"/>
          <a:chOff x="0" y="0"/>
          <a:chExt cx="0" cy="0"/>
        </a:xfrm>
      </p:grpSpPr>
      <p:sp>
        <p:nvSpPr>
          <p:cNvPr id="182" name="Google Shape;182;p29"/>
          <p:cNvSpPr txBox="1">
            <a:spLocks noGrp="1"/>
          </p:cNvSpPr>
          <p:nvPr>
            <p:ph type="subTitle" idx="1"/>
          </p:nvPr>
        </p:nvSpPr>
        <p:spPr>
          <a:xfrm>
            <a:off x="955475" y="1615450"/>
            <a:ext cx="3291600" cy="2850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3" name="Google Shape;183;p29"/>
          <p:cNvSpPr txBox="1">
            <a:spLocks noGrp="1"/>
          </p:cNvSpPr>
          <p:nvPr>
            <p:ph type="title"/>
          </p:nvPr>
        </p:nvSpPr>
        <p:spPr>
          <a:xfrm>
            <a:off x="956150" y="327150"/>
            <a:ext cx="3558600" cy="393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400"/>
              <a:buFont typeface="Albert Sans"/>
              <a:buNone/>
              <a:defRPr sz="1400" b="1">
                <a:solidFill>
                  <a:schemeClr val="accent1"/>
                </a:solidFill>
                <a:latin typeface="Albert Sans"/>
                <a:ea typeface="Albert Sans"/>
                <a:cs typeface="Albert Sans"/>
                <a:sym typeface="Albert Sans"/>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a:endParaRPr/>
          </a:p>
        </p:txBody>
      </p:sp>
      <p:sp>
        <p:nvSpPr>
          <p:cNvPr id="184" name="Google Shape;184;p29"/>
          <p:cNvSpPr>
            <a:spLocks noGrp="1"/>
          </p:cNvSpPr>
          <p:nvPr>
            <p:ph type="pic" idx="2"/>
          </p:nvPr>
        </p:nvSpPr>
        <p:spPr>
          <a:xfrm>
            <a:off x="8596800" y="223475"/>
            <a:ext cx="318600" cy="318600"/>
          </a:xfrm>
          <a:prstGeom prst="ellipse">
            <a:avLst/>
          </a:prstGeom>
          <a:noFill/>
          <a:ln>
            <a:noFill/>
          </a:ln>
        </p:spPr>
      </p:sp>
      <p:sp>
        <p:nvSpPr>
          <p:cNvPr id="185" name="Google Shape;185;p29"/>
          <p:cNvSpPr txBox="1">
            <a:spLocks noGrp="1"/>
          </p:cNvSpPr>
          <p:nvPr>
            <p:ph type="title" idx="3"/>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e Solution">
  <p:cSld name="CUSTOM_9">
    <p:bg>
      <p:bgPr>
        <a:solidFill>
          <a:schemeClr val="accent1"/>
        </a:solidFill>
        <a:effectLst/>
      </p:bgPr>
    </p:bg>
    <p:spTree>
      <p:nvGrpSpPr>
        <p:cNvPr id="1" name="Shape 186"/>
        <p:cNvGrpSpPr/>
        <p:nvPr/>
      </p:nvGrpSpPr>
      <p:grpSpPr>
        <a:xfrm>
          <a:off x="0" y="0"/>
          <a:ext cx="0" cy="0"/>
          <a:chOff x="0" y="0"/>
          <a:chExt cx="0" cy="0"/>
        </a:xfrm>
      </p:grpSpPr>
      <p:sp>
        <p:nvSpPr>
          <p:cNvPr id="187" name="Google Shape;187;p30"/>
          <p:cNvSpPr/>
          <p:nvPr/>
        </p:nvSpPr>
        <p:spPr>
          <a:xfrm>
            <a:off x="116350" y="93175"/>
            <a:ext cx="8904000" cy="4914900"/>
          </a:xfrm>
          <a:prstGeom prst="roundRect">
            <a:avLst>
              <a:gd name="adj" fmla="val 261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0"/>
          <p:cNvSpPr txBox="1">
            <a:spLocks noGrp="1"/>
          </p:cNvSpPr>
          <p:nvPr>
            <p:ph type="subTitle" idx="1"/>
          </p:nvPr>
        </p:nvSpPr>
        <p:spPr>
          <a:xfrm>
            <a:off x="958450" y="2692875"/>
            <a:ext cx="7137900" cy="20133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400"/>
              <a:buFont typeface="Nanum Myeongjo"/>
              <a:buNone/>
              <a:defRPr sz="2400" b="0">
                <a:solidFill>
                  <a:schemeClr val="dk2"/>
                </a:solidFill>
                <a:latin typeface="Nanum Myeongjo"/>
                <a:ea typeface="Nanum Myeongjo"/>
                <a:cs typeface="Nanum Myeongjo"/>
                <a:sym typeface="Nanum Myeongjo"/>
              </a:defRPr>
            </a:lvl1pPr>
            <a:lvl2pPr lvl="1">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2pPr>
            <a:lvl3pPr lvl="2">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3pPr>
            <a:lvl4pPr lvl="3">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4pPr>
            <a:lvl5pPr lvl="4">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5pPr>
            <a:lvl6pPr lvl="5">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6pPr>
            <a:lvl7pPr lvl="6">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7pPr>
            <a:lvl8pPr lvl="7">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8pPr>
            <a:lvl9pPr lvl="8">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9pPr>
          </a:lstStyle>
          <a:p>
            <a:endParaRPr/>
          </a:p>
        </p:txBody>
      </p:sp>
      <p:sp>
        <p:nvSpPr>
          <p:cNvPr id="189" name="Google Shape;189;p30"/>
          <p:cNvSpPr txBox="1">
            <a:spLocks noGrp="1"/>
          </p:cNvSpPr>
          <p:nvPr>
            <p:ph type="title"/>
          </p:nvPr>
        </p:nvSpPr>
        <p:spPr>
          <a:xfrm>
            <a:off x="956150" y="555750"/>
            <a:ext cx="3558600" cy="393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2"/>
              </a:buClr>
              <a:buSzPts val="1400"/>
              <a:buFont typeface="Albert Sans"/>
              <a:buNone/>
              <a:defRPr sz="1400" b="1">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190" name="Google Shape;190;p30"/>
          <p:cNvSpPr txBox="1">
            <a:spLocks noGrp="1"/>
          </p:cNvSpPr>
          <p:nvPr>
            <p:ph type="title" idx="2"/>
          </p:nvPr>
        </p:nvSpPr>
        <p:spPr>
          <a:xfrm>
            <a:off x="941263" y="866159"/>
            <a:ext cx="7137900" cy="20133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191" name="Google Shape;191;p30"/>
          <p:cNvSpPr txBox="1">
            <a:spLocks noGrp="1"/>
          </p:cNvSpPr>
          <p:nvPr>
            <p:ph type="title" idx="3"/>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2" name="Google Shape;192;p30"/>
          <p:cNvSpPr>
            <a:spLocks noGrp="1"/>
          </p:cNvSpPr>
          <p:nvPr>
            <p:ph type="pic" idx="4"/>
          </p:nvPr>
        </p:nvSpPr>
        <p:spPr>
          <a:xfrm>
            <a:off x="8596800" y="223475"/>
            <a:ext cx="318600" cy="318600"/>
          </a:xfrm>
          <a:prstGeom prst="ellipse">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Why It Works">
  <p:cSld name="CUSTOM_9_1">
    <p:bg>
      <p:bgPr>
        <a:solidFill>
          <a:schemeClr val="accent1"/>
        </a:solidFill>
        <a:effectLst/>
      </p:bgPr>
    </p:bg>
    <p:spTree>
      <p:nvGrpSpPr>
        <p:cNvPr id="1" name="Shape 193"/>
        <p:cNvGrpSpPr/>
        <p:nvPr/>
      </p:nvGrpSpPr>
      <p:grpSpPr>
        <a:xfrm>
          <a:off x="0" y="0"/>
          <a:ext cx="0" cy="0"/>
          <a:chOff x="0" y="0"/>
          <a:chExt cx="0" cy="0"/>
        </a:xfrm>
      </p:grpSpPr>
      <p:sp>
        <p:nvSpPr>
          <p:cNvPr id="194" name="Google Shape;194;p31"/>
          <p:cNvSpPr/>
          <p:nvPr/>
        </p:nvSpPr>
        <p:spPr>
          <a:xfrm>
            <a:off x="116350" y="93175"/>
            <a:ext cx="8904000" cy="4914900"/>
          </a:xfrm>
          <a:prstGeom prst="roundRect">
            <a:avLst>
              <a:gd name="adj" fmla="val 261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1"/>
          <p:cNvSpPr>
            <a:spLocks noGrp="1"/>
          </p:cNvSpPr>
          <p:nvPr>
            <p:ph type="pic" idx="2"/>
          </p:nvPr>
        </p:nvSpPr>
        <p:spPr>
          <a:xfrm rot="-5400000">
            <a:off x="-113050" y="322725"/>
            <a:ext cx="4911300" cy="4450500"/>
          </a:xfrm>
          <a:prstGeom prst="round2SameRect">
            <a:avLst>
              <a:gd name="adj1" fmla="val 2860"/>
              <a:gd name="adj2" fmla="val 0"/>
            </a:avLst>
          </a:prstGeom>
          <a:noFill/>
          <a:ln>
            <a:noFill/>
          </a:ln>
        </p:spPr>
      </p:sp>
      <p:sp>
        <p:nvSpPr>
          <p:cNvPr id="196" name="Google Shape;196;p31"/>
          <p:cNvSpPr txBox="1">
            <a:spLocks noGrp="1"/>
          </p:cNvSpPr>
          <p:nvPr>
            <p:ph type="body" idx="1"/>
          </p:nvPr>
        </p:nvSpPr>
        <p:spPr>
          <a:xfrm>
            <a:off x="5364025" y="704025"/>
            <a:ext cx="3437700" cy="3537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chemeClr val="dk2"/>
              </a:buClr>
              <a:buSzPts val="1400"/>
              <a:buFont typeface="Albert Sans"/>
              <a:buChar char="●"/>
              <a:defRPr>
                <a:solidFill>
                  <a:schemeClr val="dk2"/>
                </a:solidFill>
              </a:defRPr>
            </a:lvl1pPr>
            <a:lvl2pPr marL="914400" lvl="1" indent="-317500">
              <a:spcBef>
                <a:spcPts val="0"/>
              </a:spcBef>
              <a:spcAft>
                <a:spcPts val="0"/>
              </a:spcAft>
              <a:buClr>
                <a:schemeClr val="dk2"/>
              </a:buClr>
              <a:buSzPts val="1400"/>
              <a:buFont typeface="Albert Sans"/>
              <a:buChar char="○"/>
              <a:defRPr>
                <a:solidFill>
                  <a:schemeClr val="dk2"/>
                </a:solidFill>
              </a:defRPr>
            </a:lvl2pPr>
            <a:lvl3pPr marL="1371600" lvl="2" indent="-317500">
              <a:spcBef>
                <a:spcPts val="0"/>
              </a:spcBef>
              <a:spcAft>
                <a:spcPts val="0"/>
              </a:spcAft>
              <a:buClr>
                <a:schemeClr val="dk2"/>
              </a:buClr>
              <a:buSzPts val="1400"/>
              <a:buFont typeface="Albert Sans"/>
              <a:buChar char="■"/>
              <a:defRPr>
                <a:solidFill>
                  <a:schemeClr val="dk2"/>
                </a:solidFill>
              </a:defRPr>
            </a:lvl3pPr>
            <a:lvl4pPr marL="1828800" lvl="3" indent="-317500">
              <a:spcBef>
                <a:spcPts val="0"/>
              </a:spcBef>
              <a:spcAft>
                <a:spcPts val="0"/>
              </a:spcAft>
              <a:buClr>
                <a:schemeClr val="dk2"/>
              </a:buClr>
              <a:buSzPts val="1400"/>
              <a:buFont typeface="Albert Sans"/>
              <a:buChar char="●"/>
              <a:defRPr>
                <a:solidFill>
                  <a:schemeClr val="dk2"/>
                </a:solidFill>
              </a:defRPr>
            </a:lvl4pPr>
            <a:lvl5pPr marL="2286000" lvl="4" indent="-317500">
              <a:spcBef>
                <a:spcPts val="0"/>
              </a:spcBef>
              <a:spcAft>
                <a:spcPts val="0"/>
              </a:spcAft>
              <a:buClr>
                <a:schemeClr val="dk2"/>
              </a:buClr>
              <a:buSzPts val="1400"/>
              <a:buFont typeface="Albert Sans"/>
              <a:buChar char="○"/>
              <a:defRPr>
                <a:solidFill>
                  <a:schemeClr val="dk2"/>
                </a:solidFill>
              </a:defRPr>
            </a:lvl5pPr>
            <a:lvl6pPr marL="2743200" lvl="5" indent="-317500">
              <a:spcBef>
                <a:spcPts val="0"/>
              </a:spcBef>
              <a:spcAft>
                <a:spcPts val="0"/>
              </a:spcAft>
              <a:buClr>
                <a:schemeClr val="dk2"/>
              </a:buClr>
              <a:buSzPts val="1400"/>
              <a:buFont typeface="Albert Sans"/>
              <a:buChar char="■"/>
              <a:defRPr>
                <a:solidFill>
                  <a:schemeClr val="dk2"/>
                </a:solidFill>
              </a:defRPr>
            </a:lvl6pPr>
            <a:lvl7pPr marL="3200400" lvl="6" indent="-317500">
              <a:spcBef>
                <a:spcPts val="0"/>
              </a:spcBef>
              <a:spcAft>
                <a:spcPts val="0"/>
              </a:spcAft>
              <a:buClr>
                <a:schemeClr val="dk2"/>
              </a:buClr>
              <a:buSzPts val="1400"/>
              <a:buFont typeface="Albert Sans"/>
              <a:buChar char="●"/>
              <a:defRPr>
                <a:solidFill>
                  <a:schemeClr val="dk2"/>
                </a:solidFill>
              </a:defRPr>
            </a:lvl7pPr>
            <a:lvl8pPr marL="3657600" lvl="7" indent="-317500">
              <a:spcBef>
                <a:spcPts val="0"/>
              </a:spcBef>
              <a:spcAft>
                <a:spcPts val="0"/>
              </a:spcAft>
              <a:buClr>
                <a:schemeClr val="dk2"/>
              </a:buClr>
              <a:buSzPts val="1400"/>
              <a:buFont typeface="Albert Sans"/>
              <a:buChar char="○"/>
              <a:defRPr>
                <a:solidFill>
                  <a:schemeClr val="dk2"/>
                </a:solidFill>
              </a:defRPr>
            </a:lvl8pPr>
            <a:lvl9pPr marL="4114800" lvl="8" indent="-317500">
              <a:spcBef>
                <a:spcPts val="0"/>
              </a:spcBef>
              <a:spcAft>
                <a:spcPts val="0"/>
              </a:spcAft>
              <a:buClr>
                <a:schemeClr val="dk2"/>
              </a:buClr>
              <a:buSzPts val="1400"/>
              <a:buFont typeface="Albert Sans"/>
              <a:buChar char="■"/>
              <a:defRPr>
                <a:solidFill>
                  <a:schemeClr val="dk2"/>
                </a:solidFill>
              </a:defRPr>
            </a:lvl9pPr>
          </a:lstStyle>
          <a:p>
            <a:endParaRPr/>
          </a:p>
        </p:txBody>
      </p:sp>
      <p:sp>
        <p:nvSpPr>
          <p:cNvPr id="197" name="Google Shape;197;p31"/>
          <p:cNvSpPr txBox="1">
            <a:spLocks noGrp="1"/>
          </p:cNvSpPr>
          <p:nvPr>
            <p:ph type="title"/>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8" name="Google Shape;198;p31"/>
          <p:cNvSpPr>
            <a:spLocks noGrp="1"/>
          </p:cNvSpPr>
          <p:nvPr>
            <p:ph type="pic" idx="3"/>
          </p:nvPr>
        </p:nvSpPr>
        <p:spPr>
          <a:xfrm>
            <a:off x="8596800" y="223475"/>
            <a:ext cx="318600" cy="318600"/>
          </a:xfrm>
          <a:prstGeom prst="ellipse">
            <a:avLst/>
          </a:prstGeom>
          <a:no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Our Audience Venn Diagram">
  <p:cSld name="CUSTOM_10">
    <p:spTree>
      <p:nvGrpSpPr>
        <p:cNvPr id="1" name="Shape 199"/>
        <p:cNvGrpSpPr/>
        <p:nvPr/>
      </p:nvGrpSpPr>
      <p:grpSpPr>
        <a:xfrm>
          <a:off x="0" y="0"/>
          <a:ext cx="0" cy="0"/>
          <a:chOff x="0" y="0"/>
          <a:chExt cx="0" cy="0"/>
        </a:xfrm>
      </p:grpSpPr>
      <p:sp>
        <p:nvSpPr>
          <p:cNvPr id="200" name="Google Shape;200;p32"/>
          <p:cNvSpPr txBox="1">
            <a:spLocks noGrp="1"/>
          </p:cNvSpPr>
          <p:nvPr>
            <p:ph type="title"/>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1" name="Google Shape;201;p32"/>
          <p:cNvSpPr txBox="1">
            <a:spLocks noGrp="1"/>
          </p:cNvSpPr>
          <p:nvPr>
            <p:ph type="title" idx="2"/>
          </p:nvPr>
        </p:nvSpPr>
        <p:spPr>
          <a:xfrm>
            <a:off x="956150" y="394200"/>
            <a:ext cx="3558600" cy="393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1400"/>
              <a:buFont typeface="Albert Sans"/>
              <a:buNone/>
              <a:defRPr sz="1400">
                <a:latin typeface="Albert Sans"/>
                <a:ea typeface="Albert Sans"/>
                <a:cs typeface="Albert Sans"/>
                <a:sym typeface="Albert Sans"/>
              </a:defRPr>
            </a:lvl1pPr>
            <a:lvl2pPr lvl="1">
              <a:spcBef>
                <a:spcPts val="0"/>
              </a:spcBef>
              <a:spcAft>
                <a:spcPts val="0"/>
              </a:spcAft>
              <a:buClr>
                <a:schemeClr val="lt1"/>
              </a:buClr>
              <a:buSzPts val="1400"/>
              <a:buFont typeface="Albert Sans"/>
              <a:buNone/>
              <a:defRPr>
                <a:latin typeface="Albert Sans"/>
                <a:ea typeface="Albert Sans"/>
                <a:cs typeface="Albert Sans"/>
                <a:sym typeface="Albert Sans"/>
              </a:defRPr>
            </a:lvl2pPr>
            <a:lvl3pPr lvl="2">
              <a:spcBef>
                <a:spcPts val="0"/>
              </a:spcBef>
              <a:spcAft>
                <a:spcPts val="0"/>
              </a:spcAft>
              <a:buClr>
                <a:schemeClr val="lt1"/>
              </a:buClr>
              <a:buSzPts val="1400"/>
              <a:buFont typeface="Albert Sans"/>
              <a:buNone/>
              <a:defRPr>
                <a:latin typeface="Albert Sans"/>
                <a:ea typeface="Albert Sans"/>
                <a:cs typeface="Albert Sans"/>
                <a:sym typeface="Albert Sans"/>
              </a:defRPr>
            </a:lvl3pPr>
            <a:lvl4pPr lvl="3">
              <a:spcBef>
                <a:spcPts val="0"/>
              </a:spcBef>
              <a:spcAft>
                <a:spcPts val="0"/>
              </a:spcAft>
              <a:buClr>
                <a:schemeClr val="lt1"/>
              </a:buClr>
              <a:buSzPts val="1400"/>
              <a:buFont typeface="Albert Sans"/>
              <a:buNone/>
              <a:defRPr>
                <a:latin typeface="Albert Sans"/>
                <a:ea typeface="Albert Sans"/>
                <a:cs typeface="Albert Sans"/>
                <a:sym typeface="Albert Sans"/>
              </a:defRPr>
            </a:lvl4pPr>
            <a:lvl5pPr lvl="4">
              <a:spcBef>
                <a:spcPts val="0"/>
              </a:spcBef>
              <a:spcAft>
                <a:spcPts val="0"/>
              </a:spcAft>
              <a:buClr>
                <a:schemeClr val="lt1"/>
              </a:buClr>
              <a:buSzPts val="1400"/>
              <a:buFont typeface="Albert Sans"/>
              <a:buNone/>
              <a:defRPr>
                <a:latin typeface="Albert Sans"/>
                <a:ea typeface="Albert Sans"/>
                <a:cs typeface="Albert Sans"/>
                <a:sym typeface="Albert Sans"/>
              </a:defRPr>
            </a:lvl5pPr>
            <a:lvl6pPr lvl="5">
              <a:spcBef>
                <a:spcPts val="0"/>
              </a:spcBef>
              <a:spcAft>
                <a:spcPts val="0"/>
              </a:spcAft>
              <a:buClr>
                <a:schemeClr val="lt1"/>
              </a:buClr>
              <a:buSzPts val="1400"/>
              <a:buFont typeface="Albert Sans"/>
              <a:buNone/>
              <a:defRPr>
                <a:latin typeface="Albert Sans"/>
                <a:ea typeface="Albert Sans"/>
                <a:cs typeface="Albert Sans"/>
                <a:sym typeface="Albert Sans"/>
              </a:defRPr>
            </a:lvl6pPr>
            <a:lvl7pPr lvl="6">
              <a:spcBef>
                <a:spcPts val="0"/>
              </a:spcBef>
              <a:spcAft>
                <a:spcPts val="0"/>
              </a:spcAft>
              <a:buClr>
                <a:schemeClr val="lt1"/>
              </a:buClr>
              <a:buSzPts val="1400"/>
              <a:buFont typeface="Albert Sans"/>
              <a:buNone/>
              <a:defRPr>
                <a:latin typeface="Albert Sans"/>
                <a:ea typeface="Albert Sans"/>
                <a:cs typeface="Albert Sans"/>
                <a:sym typeface="Albert Sans"/>
              </a:defRPr>
            </a:lvl7pPr>
            <a:lvl8pPr lvl="7">
              <a:spcBef>
                <a:spcPts val="0"/>
              </a:spcBef>
              <a:spcAft>
                <a:spcPts val="0"/>
              </a:spcAft>
              <a:buClr>
                <a:schemeClr val="lt1"/>
              </a:buClr>
              <a:buSzPts val="1400"/>
              <a:buFont typeface="Albert Sans"/>
              <a:buNone/>
              <a:defRPr>
                <a:latin typeface="Albert Sans"/>
                <a:ea typeface="Albert Sans"/>
                <a:cs typeface="Albert Sans"/>
                <a:sym typeface="Albert Sans"/>
              </a:defRPr>
            </a:lvl8pPr>
            <a:lvl9pPr lvl="8">
              <a:spcBef>
                <a:spcPts val="0"/>
              </a:spcBef>
              <a:spcAft>
                <a:spcPts val="0"/>
              </a:spcAft>
              <a:buClr>
                <a:schemeClr val="lt1"/>
              </a:buClr>
              <a:buSzPts val="1400"/>
              <a:buFont typeface="Albert Sans"/>
              <a:buNone/>
              <a:defRPr>
                <a:latin typeface="Albert Sans"/>
                <a:ea typeface="Albert Sans"/>
                <a:cs typeface="Albert Sans"/>
                <a:sym typeface="Albert Sans"/>
              </a:defRPr>
            </a:lvl9pPr>
          </a:lstStyle>
          <a:p>
            <a:endParaRPr/>
          </a:p>
        </p:txBody>
      </p:sp>
      <p:sp>
        <p:nvSpPr>
          <p:cNvPr id="202" name="Google Shape;202;p32"/>
          <p:cNvSpPr>
            <a:spLocks noGrp="1"/>
          </p:cNvSpPr>
          <p:nvPr>
            <p:ph type="pic" idx="3"/>
          </p:nvPr>
        </p:nvSpPr>
        <p:spPr>
          <a:xfrm>
            <a:off x="8596800" y="223475"/>
            <a:ext cx="318600" cy="318600"/>
          </a:xfrm>
          <a:prstGeom prst="ellipse">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List of 3 Concepts">
  <p:cSld name="CUSTOM_11">
    <p:bg>
      <p:bgPr>
        <a:solidFill>
          <a:schemeClr val="accent2"/>
        </a:solidFill>
        <a:effectLst/>
      </p:bgPr>
    </p:bg>
    <p:spTree>
      <p:nvGrpSpPr>
        <p:cNvPr id="1" name="Shape 203"/>
        <p:cNvGrpSpPr/>
        <p:nvPr/>
      </p:nvGrpSpPr>
      <p:grpSpPr>
        <a:xfrm>
          <a:off x="0" y="0"/>
          <a:ext cx="0" cy="0"/>
          <a:chOff x="0" y="0"/>
          <a:chExt cx="0" cy="0"/>
        </a:xfrm>
      </p:grpSpPr>
      <p:sp>
        <p:nvSpPr>
          <p:cNvPr id="204" name="Google Shape;204;p33"/>
          <p:cNvSpPr/>
          <p:nvPr/>
        </p:nvSpPr>
        <p:spPr>
          <a:xfrm>
            <a:off x="116350" y="93175"/>
            <a:ext cx="8904000" cy="4914900"/>
          </a:xfrm>
          <a:prstGeom prst="roundRect">
            <a:avLst>
              <a:gd name="adj" fmla="val 261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3"/>
          <p:cNvSpPr txBox="1">
            <a:spLocks noGrp="1"/>
          </p:cNvSpPr>
          <p:nvPr>
            <p:ph type="title"/>
          </p:nvPr>
        </p:nvSpPr>
        <p:spPr>
          <a:xfrm>
            <a:off x="941780" y="715125"/>
            <a:ext cx="7860000" cy="830400"/>
          </a:xfrm>
          <a:prstGeom prst="rect">
            <a:avLst/>
          </a:prstGeom>
        </p:spPr>
        <p:txBody>
          <a:bodyPr spcFirstLastPara="1" wrap="square" lIns="91425" tIns="91425" rIns="91425" bIns="91425" anchor="t" anchorCtr="0">
            <a:noAutofit/>
          </a:bodyPr>
          <a:lstStyle>
            <a:lvl1pPr lvl="0">
              <a:lnSpc>
                <a:spcPct val="9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1pPr>
            <a:lvl2pPr lvl="1">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2pPr>
            <a:lvl3pPr lvl="2">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3pPr>
            <a:lvl4pPr lvl="3">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4pPr>
            <a:lvl5pPr lvl="4">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5pPr>
            <a:lvl6pPr lvl="5">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6pPr>
            <a:lvl7pPr lvl="6">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7pPr>
            <a:lvl8pPr lvl="7">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8pPr>
            <a:lvl9pPr lvl="8">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9pPr>
          </a:lstStyle>
          <a:p>
            <a:endParaRPr/>
          </a:p>
        </p:txBody>
      </p:sp>
      <p:sp>
        <p:nvSpPr>
          <p:cNvPr id="206" name="Google Shape;206;p33"/>
          <p:cNvSpPr txBox="1">
            <a:spLocks noGrp="1"/>
          </p:cNvSpPr>
          <p:nvPr>
            <p:ph type="body" idx="1"/>
          </p:nvPr>
        </p:nvSpPr>
        <p:spPr>
          <a:xfrm>
            <a:off x="1188971" y="2402817"/>
            <a:ext cx="1893300" cy="16854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2"/>
              </a:buClr>
              <a:buSzPts val="1000"/>
              <a:buFont typeface="Albert Sans"/>
              <a:buChar char="●"/>
              <a:defRPr sz="1000">
                <a:solidFill>
                  <a:schemeClr val="dk2"/>
                </a:solidFill>
              </a:defRPr>
            </a:lvl1pPr>
            <a:lvl2pPr marL="914400" lvl="1" indent="-292100">
              <a:spcBef>
                <a:spcPts val="0"/>
              </a:spcBef>
              <a:spcAft>
                <a:spcPts val="0"/>
              </a:spcAft>
              <a:buClr>
                <a:schemeClr val="dk2"/>
              </a:buClr>
              <a:buSzPts val="1000"/>
              <a:buFont typeface="Albert Sans"/>
              <a:buChar char="○"/>
              <a:defRPr sz="1000">
                <a:solidFill>
                  <a:schemeClr val="dk2"/>
                </a:solidFill>
              </a:defRPr>
            </a:lvl2pPr>
            <a:lvl3pPr marL="1371600" lvl="2" indent="-292100">
              <a:spcBef>
                <a:spcPts val="0"/>
              </a:spcBef>
              <a:spcAft>
                <a:spcPts val="0"/>
              </a:spcAft>
              <a:buClr>
                <a:schemeClr val="dk2"/>
              </a:buClr>
              <a:buSzPts val="1000"/>
              <a:buFont typeface="Albert Sans"/>
              <a:buChar char="■"/>
              <a:defRPr sz="1000">
                <a:solidFill>
                  <a:schemeClr val="dk2"/>
                </a:solidFill>
              </a:defRPr>
            </a:lvl3pPr>
            <a:lvl4pPr marL="1828800" lvl="3" indent="-292100">
              <a:spcBef>
                <a:spcPts val="0"/>
              </a:spcBef>
              <a:spcAft>
                <a:spcPts val="0"/>
              </a:spcAft>
              <a:buClr>
                <a:schemeClr val="dk2"/>
              </a:buClr>
              <a:buSzPts val="1000"/>
              <a:buFont typeface="Albert Sans"/>
              <a:buChar char="●"/>
              <a:defRPr sz="1000">
                <a:solidFill>
                  <a:schemeClr val="dk2"/>
                </a:solidFill>
              </a:defRPr>
            </a:lvl4pPr>
            <a:lvl5pPr marL="2286000" lvl="4" indent="-292100">
              <a:spcBef>
                <a:spcPts val="0"/>
              </a:spcBef>
              <a:spcAft>
                <a:spcPts val="0"/>
              </a:spcAft>
              <a:buClr>
                <a:schemeClr val="dk2"/>
              </a:buClr>
              <a:buSzPts val="1000"/>
              <a:buFont typeface="Albert Sans"/>
              <a:buChar char="○"/>
              <a:defRPr sz="1000">
                <a:solidFill>
                  <a:schemeClr val="dk2"/>
                </a:solidFill>
              </a:defRPr>
            </a:lvl5pPr>
            <a:lvl6pPr marL="2743200" lvl="5" indent="-292100">
              <a:spcBef>
                <a:spcPts val="0"/>
              </a:spcBef>
              <a:spcAft>
                <a:spcPts val="0"/>
              </a:spcAft>
              <a:buClr>
                <a:schemeClr val="dk2"/>
              </a:buClr>
              <a:buSzPts val="1000"/>
              <a:buFont typeface="Albert Sans"/>
              <a:buChar char="■"/>
              <a:defRPr sz="1000">
                <a:solidFill>
                  <a:schemeClr val="dk2"/>
                </a:solidFill>
              </a:defRPr>
            </a:lvl6pPr>
            <a:lvl7pPr marL="3200400" lvl="6" indent="-292100">
              <a:spcBef>
                <a:spcPts val="0"/>
              </a:spcBef>
              <a:spcAft>
                <a:spcPts val="0"/>
              </a:spcAft>
              <a:buClr>
                <a:schemeClr val="dk2"/>
              </a:buClr>
              <a:buSzPts val="1000"/>
              <a:buFont typeface="Albert Sans"/>
              <a:buChar char="●"/>
              <a:defRPr sz="1000">
                <a:solidFill>
                  <a:schemeClr val="dk2"/>
                </a:solidFill>
              </a:defRPr>
            </a:lvl7pPr>
            <a:lvl8pPr marL="3657600" lvl="7" indent="-292100">
              <a:spcBef>
                <a:spcPts val="0"/>
              </a:spcBef>
              <a:spcAft>
                <a:spcPts val="0"/>
              </a:spcAft>
              <a:buClr>
                <a:schemeClr val="dk2"/>
              </a:buClr>
              <a:buSzPts val="1000"/>
              <a:buFont typeface="Albert Sans"/>
              <a:buChar char="○"/>
              <a:defRPr sz="1000">
                <a:solidFill>
                  <a:schemeClr val="dk2"/>
                </a:solidFill>
              </a:defRPr>
            </a:lvl8pPr>
            <a:lvl9pPr marL="4114800" lvl="8" indent="-292100">
              <a:spcBef>
                <a:spcPts val="0"/>
              </a:spcBef>
              <a:spcAft>
                <a:spcPts val="0"/>
              </a:spcAft>
              <a:buClr>
                <a:schemeClr val="dk2"/>
              </a:buClr>
              <a:buSzPts val="1000"/>
              <a:buFont typeface="Albert Sans"/>
              <a:buChar char="■"/>
              <a:defRPr sz="1000">
                <a:solidFill>
                  <a:schemeClr val="dk2"/>
                </a:solidFill>
              </a:defRPr>
            </a:lvl9pPr>
          </a:lstStyle>
          <a:p>
            <a:endParaRPr/>
          </a:p>
        </p:txBody>
      </p:sp>
      <p:sp>
        <p:nvSpPr>
          <p:cNvPr id="207" name="Google Shape;207;p33"/>
          <p:cNvSpPr txBox="1">
            <a:spLocks noGrp="1"/>
          </p:cNvSpPr>
          <p:nvPr>
            <p:ph type="body" idx="2"/>
          </p:nvPr>
        </p:nvSpPr>
        <p:spPr>
          <a:xfrm>
            <a:off x="3628515" y="2402817"/>
            <a:ext cx="1893300" cy="16854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2"/>
              </a:buClr>
              <a:buSzPts val="1000"/>
              <a:buFont typeface="Albert Sans"/>
              <a:buChar char="●"/>
              <a:defRPr sz="1000">
                <a:solidFill>
                  <a:schemeClr val="dk2"/>
                </a:solidFill>
              </a:defRPr>
            </a:lvl1pPr>
            <a:lvl2pPr marL="914400" lvl="1" indent="-292100">
              <a:spcBef>
                <a:spcPts val="0"/>
              </a:spcBef>
              <a:spcAft>
                <a:spcPts val="0"/>
              </a:spcAft>
              <a:buClr>
                <a:schemeClr val="dk2"/>
              </a:buClr>
              <a:buSzPts val="1000"/>
              <a:buFont typeface="Albert Sans"/>
              <a:buChar char="○"/>
              <a:defRPr sz="1000">
                <a:solidFill>
                  <a:schemeClr val="dk2"/>
                </a:solidFill>
              </a:defRPr>
            </a:lvl2pPr>
            <a:lvl3pPr marL="1371600" lvl="2" indent="-292100">
              <a:spcBef>
                <a:spcPts val="0"/>
              </a:spcBef>
              <a:spcAft>
                <a:spcPts val="0"/>
              </a:spcAft>
              <a:buClr>
                <a:schemeClr val="dk2"/>
              </a:buClr>
              <a:buSzPts val="1000"/>
              <a:buFont typeface="Albert Sans"/>
              <a:buChar char="■"/>
              <a:defRPr sz="1000">
                <a:solidFill>
                  <a:schemeClr val="dk2"/>
                </a:solidFill>
              </a:defRPr>
            </a:lvl3pPr>
            <a:lvl4pPr marL="1828800" lvl="3" indent="-292100">
              <a:spcBef>
                <a:spcPts val="0"/>
              </a:spcBef>
              <a:spcAft>
                <a:spcPts val="0"/>
              </a:spcAft>
              <a:buClr>
                <a:schemeClr val="dk2"/>
              </a:buClr>
              <a:buSzPts val="1000"/>
              <a:buFont typeface="Albert Sans"/>
              <a:buChar char="●"/>
              <a:defRPr sz="1000">
                <a:solidFill>
                  <a:schemeClr val="dk2"/>
                </a:solidFill>
              </a:defRPr>
            </a:lvl4pPr>
            <a:lvl5pPr marL="2286000" lvl="4" indent="-292100">
              <a:spcBef>
                <a:spcPts val="0"/>
              </a:spcBef>
              <a:spcAft>
                <a:spcPts val="0"/>
              </a:spcAft>
              <a:buClr>
                <a:schemeClr val="dk2"/>
              </a:buClr>
              <a:buSzPts val="1000"/>
              <a:buFont typeface="Albert Sans"/>
              <a:buChar char="○"/>
              <a:defRPr sz="1000">
                <a:solidFill>
                  <a:schemeClr val="dk2"/>
                </a:solidFill>
              </a:defRPr>
            </a:lvl5pPr>
            <a:lvl6pPr marL="2743200" lvl="5" indent="-292100">
              <a:spcBef>
                <a:spcPts val="0"/>
              </a:spcBef>
              <a:spcAft>
                <a:spcPts val="0"/>
              </a:spcAft>
              <a:buClr>
                <a:schemeClr val="dk2"/>
              </a:buClr>
              <a:buSzPts val="1000"/>
              <a:buFont typeface="Albert Sans"/>
              <a:buChar char="■"/>
              <a:defRPr sz="1000">
                <a:solidFill>
                  <a:schemeClr val="dk2"/>
                </a:solidFill>
              </a:defRPr>
            </a:lvl6pPr>
            <a:lvl7pPr marL="3200400" lvl="6" indent="-292100">
              <a:spcBef>
                <a:spcPts val="0"/>
              </a:spcBef>
              <a:spcAft>
                <a:spcPts val="0"/>
              </a:spcAft>
              <a:buClr>
                <a:schemeClr val="dk2"/>
              </a:buClr>
              <a:buSzPts val="1000"/>
              <a:buFont typeface="Albert Sans"/>
              <a:buChar char="●"/>
              <a:defRPr sz="1000">
                <a:solidFill>
                  <a:schemeClr val="dk2"/>
                </a:solidFill>
              </a:defRPr>
            </a:lvl7pPr>
            <a:lvl8pPr marL="3657600" lvl="7" indent="-292100">
              <a:spcBef>
                <a:spcPts val="0"/>
              </a:spcBef>
              <a:spcAft>
                <a:spcPts val="0"/>
              </a:spcAft>
              <a:buClr>
                <a:schemeClr val="dk2"/>
              </a:buClr>
              <a:buSzPts val="1000"/>
              <a:buFont typeface="Albert Sans"/>
              <a:buChar char="○"/>
              <a:defRPr sz="1000">
                <a:solidFill>
                  <a:schemeClr val="dk2"/>
                </a:solidFill>
              </a:defRPr>
            </a:lvl8pPr>
            <a:lvl9pPr marL="4114800" lvl="8" indent="-292100">
              <a:spcBef>
                <a:spcPts val="0"/>
              </a:spcBef>
              <a:spcAft>
                <a:spcPts val="0"/>
              </a:spcAft>
              <a:buClr>
                <a:schemeClr val="dk2"/>
              </a:buClr>
              <a:buSzPts val="1000"/>
              <a:buFont typeface="Albert Sans"/>
              <a:buChar char="■"/>
              <a:defRPr sz="1000">
                <a:solidFill>
                  <a:schemeClr val="dk2"/>
                </a:solidFill>
              </a:defRPr>
            </a:lvl9pPr>
          </a:lstStyle>
          <a:p>
            <a:endParaRPr/>
          </a:p>
        </p:txBody>
      </p:sp>
      <p:sp>
        <p:nvSpPr>
          <p:cNvPr id="208" name="Google Shape;208;p33"/>
          <p:cNvSpPr txBox="1">
            <a:spLocks noGrp="1"/>
          </p:cNvSpPr>
          <p:nvPr>
            <p:ph type="subTitle" idx="3"/>
          </p:nvPr>
        </p:nvSpPr>
        <p:spPr>
          <a:xfrm>
            <a:off x="1078092" y="1852966"/>
            <a:ext cx="2125500" cy="373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209" name="Google Shape;209;p33"/>
          <p:cNvSpPr txBox="1">
            <a:spLocks noGrp="1"/>
          </p:cNvSpPr>
          <p:nvPr>
            <p:ph type="subTitle" idx="4"/>
          </p:nvPr>
        </p:nvSpPr>
        <p:spPr>
          <a:xfrm>
            <a:off x="3524146" y="1852966"/>
            <a:ext cx="2125500" cy="373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210" name="Google Shape;210;p33"/>
          <p:cNvSpPr txBox="1">
            <a:spLocks noGrp="1"/>
          </p:cNvSpPr>
          <p:nvPr>
            <p:ph type="subTitle" idx="5"/>
          </p:nvPr>
        </p:nvSpPr>
        <p:spPr>
          <a:xfrm>
            <a:off x="5970200" y="1852966"/>
            <a:ext cx="2125500" cy="373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211" name="Google Shape;211;p33"/>
          <p:cNvSpPr txBox="1">
            <a:spLocks noGrp="1"/>
          </p:cNvSpPr>
          <p:nvPr>
            <p:ph type="body" idx="6"/>
          </p:nvPr>
        </p:nvSpPr>
        <p:spPr>
          <a:xfrm>
            <a:off x="6068972" y="2402817"/>
            <a:ext cx="1893300" cy="16854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2"/>
              </a:buClr>
              <a:buSzPts val="1000"/>
              <a:buFont typeface="Albert Sans"/>
              <a:buChar char="●"/>
              <a:defRPr sz="1000">
                <a:solidFill>
                  <a:schemeClr val="dk2"/>
                </a:solidFill>
              </a:defRPr>
            </a:lvl1pPr>
            <a:lvl2pPr marL="914400" lvl="1" indent="-292100">
              <a:spcBef>
                <a:spcPts val="0"/>
              </a:spcBef>
              <a:spcAft>
                <a:spcPts val="0"/>
              </a:spcAft>
              <a:buClr>
                <a:schemeClr val="dk2"/>
              </a:buClr>
              <a:buSzPts val="1000"/>
              <a:buFont typeface="Albert Sans"/>
              <a:buChar char="○"/>
              <a:defRPr sz="1000">
                <a:solidFill>
                  <a:schemeClr val="dk2"/>
                </a:solidFill>
              </a:defRPr>
            </a:lvl2pPr>
            <a:lvl3pPr marL="1371600" lvl="2" indent="-292100">
              <a:spcBef>
                <a:spcPts val="0"/>
              </a:spcBef>
              <a:spcAft>
                <a:spcPts val="0"/>
              </a:spcAft>
              <a:buClr>
                <a:schemeClr val="dk2"/>
              </a:buClr>
              <a:buSzPts val="1000"/>
              <a:buFont typeface="Albert Sans"/>
              <a:buChar char="■"/>
              <a:defRPr sz="1000">
                <a:solidFill>
                  <a:schemeClr val="dk2"/>
                </a:solidFill>
              </a:defRPr>
            </a:lvl3pPr>
            <a:lvl4pPr marL="1828800" lvl="3" indent="-292100">
              <a:spcBef>
                <a:spcPts val="0"/>
              </a:spcBef>
              <a:spcAft>
                <a:spcPts val="0"/>
              </a:spcAft>
              <a:buClr>
                <a:schemeClr val="dk2"/>
              </a:buClr>
              <a:buSzPts val="1000"/>
              <a:buFont typeface="Albert Sans"/>
              <a:buChar char="●"/>
              <a:defRPr sz="1000">
                <a:solidFill>
                  <a:schemeClr val="dk2"/>
                </a:solidFill>
              </a:defRPr>
            </a:lvl4pPr>
            <a:lvl5pPr marL="2286000" lvl="4" indent="-292100">
              <a:spcBef>
                <a:spcPts val="0"/>
              </a:spcBef>
              <a:spcAft>
                <a:spcPts val="0"/>
              </a:spcAft>
              <a:buClr>
                <a:schemeClr val="dk2"/>
              </a:buClr>
              <a:buSzPts val="1000"/>
              <a:buFont typeface="Albert Sans"/>
              <a:buChar char="○"/>
              <a:defRPr sz="1000">
                <a:solidFill>
                  <a:schemeClr val="dk2"/>
                </a:solidFill>
              </a:defRPr>
            </a:lvl5pPr>
            <a:lvl6pPr marL="2743200" lvl="5" indent="-292100">
              <a:spcBef>
                <a:spcPts val="0"/>
              </a:spcBef>
              <a:spcAft>
                <a:spcPts val="0"/>
              </a:spcAft>
              <a:buClr>
                <a:schemeClr val="dk2"/>
              </a:buClr>
              <a:buSzPts val="1000"/>
              <a:buFont typeface="Albert Sans"/>
              <a:buChar char="■"/>
              <a:defRPr sz="1000">
                <a:solidFill>
                  <a:schemeClr val="dk2"/>
                </a:solidFill>
              </a:defRPr>
            </a:lvl6pPr>
            <a:lvl7pPr marL="3200400" lvl="6" indent="-292100">
              <a:spcBef>
                <a:spcPts val="0"/>
              </a:spcBef>
              <a:spcAft>
                <a:spcPts val="0"/>
              </a:spcAft>
              <a:buClr>
                <a:schemeClr val="dk2"/>
              </a:buClr>
              <a:buSzPts val="1000"/>
              <a:buFont typeface="Albert Sans"/>
              <a:buChar char="●"/>
              <a:defRPr sz="1000">
                <a:solidFill>
                  <a:schemeClr val="dk2"/>
                </a:solidFill>
              </a:defRPr>
            </a:lvl7pPr>
            <a:lvl8pPr marL="3657600" lvl="7" indent="-292100">
              <a:spcBef>
                <a:spcPts val="0"/>
              </a:spcBef>
              <a:spcAft>
                <a:spcPts val="0"/>
              </a:spcAft>
              <a:buClr>
                <a:schemeClr val="dk2"/>
              </a:buClr>
              <a:buSzPts val="1000"/>
              <a:buFont typeface="Albert Sans"/>
              <a:buChar char="○"/>
              <a:defRPr sz="1000">
                <a:solidFill>
                  <a:schemeClr val="dk2"/>
                </a:solidFill>
              </a:defRPr>
            </a:lvl8pPr>
            <a:lvl9pPr marL="4114800" lvl="8" indent="-292100">
              <a:spcBef>
                <a:spcPts val="0"/>
              </a:spcBef>
              <a:spcAft>
                <a:spcPts val="0"/>
              </a:spcAft>
              <a:buClr>
                <a:schemeClr val="dk2"/>
              </a:buClr>
              <a:buSzPts val="1000"/>
              <a:buFont typeface="Albert Sans"/>
              <a:buChar char="■"/>
              <a:defRPr sz="1000">
                <a:solidFill>
                  <a:schemeClr val="dk2"/>
                </a:solidFill>
              </a:defRPr>
            </a:lvl9pPr>
          </a:lstStyle>
          <a:p>
            <a:endParaRPr/>
          </a:p>
        </p:txBody>
      </p:sp>
      <p:sp>
        <p:nvSpPr>
          <p:cNvPr id="212" name="Google Shape;212;p33"/>
          <p:cNvSpPr>
            <a:spLocks noGrp="1"/>
          </p:cNvSpPr>
          <p:nvPr>
            <p:ph type="pic" idx="7"/>
          </p:nvPr>
        </p:nvSpPr>
        <p:spPr>
          <a:xfrm>
            <a:off x="8596800" y="223475"/>
            <a:ext cx="318600" cy="318600"/>
          </a:xfrm>
          <a:prstGeom prst="ellipse">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List of 6 Concepts">
  <p:cSld name="CUSTOM_11_1">
    <p:bg>
      <p:bgPr>
        <a:solidFill>
          <a:schemeClr val="accent2"/>
        </a:solidFill>
        <a:effectLst/>
      </p:bgPr>
    </p:bg>
    <p:spTree>
      <p:nvGrpSpPr>
        <p:cNvPr id="1" name="Shape 213"/>
        <p:cNvGrpSpPr/>
        <p:nvPr/>
      </p:nvGrpSpPr>
      <p:grpSpPr>
        <a:xfrm>
          <a:off x="0" y="0"/>
          <a:ext cx="0" cy="0"/>
          <a:chOff x="0" y="0"/>
          <a:chExt cx="0" cy="0"/>
        </a:xfrm>
      </p:grpSpPr>
      <p:sp>
        <p:nvSpPr>
          <p:cNvPr id="214" name="Google Shape;214;p34"/>
          <p:cNvSpPr/>
          <p:nvPr/>
        </p:nvSpPr>
        <p:spPr>
          <a:xfrm>
            <a:off x="116350" y="93175"/>
            <a:ext cx="8904000" cy="4914900"/>
          </a:xfrm>
          <a:prstGeom prst="roundRect">
            <a:avLst>
              <a:gd name="adj" fmla="val 261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4"/>
          <p:cNvSpPr txBox="1">
            <a:spLocks noGrp="1"/>
          </p:cNvSpPr>
          <p:nvPr>
            <p:ph type="subTitle" idx="1"/>
          </p:nvPr>
        </p:nvSpPr>
        <p:spPr>
          <a:xfrm>
            <a:off x="1062065" y="917207"/>
            <a:ext cx="2021100" cy="373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216" name="Google Shape;216;p34"/>
          <p:cNvSpPr txBox="1">
            <a:spLocks noGrp="1"/>
          </p:cNvSpPr>
          <p:nvPr>
            <p:ph type="subTitle" idx="2"/>
          </p:nvPr>
        </p:nvSpPr>
        <p:spPr>
          <a:xfrm>
            <a:off x="3507690" y="917207"/>
            <a:ext cx="2021100" cy="373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217" name="Google Shape;217;p34"/>
          <p:cNvSpPr txBox="1">
            <a:spLocks noGrp="1"/>
          </p:cNvSpPr>
          <p:nvPr>
            <p:ph type="subTitle" idx="3"/>
          </p:nvPr>
        </p:nvSpPr>
        <p:spPr>
          <a:xfrm>
            <a:off x="5956640" y="917207"/>
            <a:ext cx="2021100" cy="373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218" name="Google Shape;218;p34"/>
          <p:cNvSpPr txBox="1">
            <a:spLocks noGrp="1"/>
          </p:cNvSpPr>
          <p:nvPr>
            <p:ph type="body" idx="4"/>
          </p:nvPr>
        </p:nvSpPr>
        <p:spPr>
          <a:xfrm>
            <a:off x="1172475" y="1372575"/>
            <a:ext cx="1913100" cy="8109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2"/>
              </a:buClr>
              <a:buSzPts val="1000"/>
              <a:buFont typeface="Albert Sans"/>
              <a:buChar char="●"/>
              <a:defRPr sz="1000">
                <a:solidFill>
                  <a:schemeClr val="dk2"/>
                </a:solidFill>
              </a:defRPr>
            </a:lvl1pPr>
            <a:lvl2pPr marL="914400" lvl="1" indent="-292100">
              <a:spcBef>
                <a:spcPts val="0"/>
              </a:spcBef>
              <a:spcAft>
                <a:spcPts val="0"/>
              </a:spcAft>
              <a:buClr>
                <a:schemeClr val="dk2"/>
              </a:buClr>
              <a:buSzPts val="1000"/>
              <a:buFont typeface="Albert Sans"/>
              <a:buChar char="○"/>
              <a:defRPr sz="1000">
                <a:solidFill>
                  <a:schemeClr val="dk2"/>
                </a:solidFill>
              </a:defRPr>
            </a:lvl2pPr>
            <a:lvl3pPr marL="1371600" lvl="2" indent="-292100">
              <a:spcBef>
                <a:spcPts val="0"/>
              </a:spcBef>
              <a:spcAft>
                <a:spcPts val="0"/>
              </a:spcAft>
              <a:buClr>
                <a:schemeClr val="dk2"/>
              </a:buClr>
              <a:buSzPts val="1000"/>
              <a:buFont typeface="Albert Sans"/>
              <a:buChar char="■"/>
              <a:defRPr sz="1000">
                <a:solidFill>
                  <a:schemeClr val="dk2"/>
                </a:solidFill>
              </a:defRPr>
            </a:lvl3pPr>
            <a:lvl4pPr marL="1828800" lvl="3" indent="-292100">
              <a:spcBef>
                <a:spcPts val="0"/>
              </a:spcBef>
              <a:spcAft>
                <a:spcPts val="0"/>
              </a:spcAft>
              <a:buClr>
                <a:schemeClr val="dk2"/>
              </a:buClr>
              <a:buSzPts val="1000"/>
              <a:buFont typeface="Albert Sans"/>
              <a:buChar char="●"/>
              <a:defRPr sz="1000">
                <a:solidFill>
                  <a:schemeClr val="dk2"/>
                </a:solidFill>
              </a:defRPr>
            </a:lvl4pPr>
            <a:lvl5pPr marL="2286000" lvl="4" indent="-292100">
              <a:spcBef>
                <a:spcPts val="0"/>
              </a:spcBef>
              <a:spcAft>
                <a:spcPts val="0"/>
              </a:spcAft>
              <a:buClr>
                <a:schemeClr val="dk2"/>
              </a:buClr>
              <a:buSzPts val="1000"/>
              <a:buFont typeface="Albert Sans"/>
              <a:buChar char="○"/>
              <a:defRPr sz="1000">
                <a:solidFill>
                  <a:schemeClr val="dk2"/>
                </a:solidFill>
              </a:defRPr>
            </a:lvl5pPr>
            <a:lvl6pPr marL="2743200" lvl="5" indent="-292100">
              <a:spcBef>
                <a:spcPts val="0"/>
              </a:spcBef>
              <a:spcAft>
                <a:spcPts val="0"/>
              </a:spcAft>
              <a:buClr>
                <a:schemeClr val="dk2"/>
              </a:buClr>
              <a:buSzPts val="1000"/>
              <a:buFont typeface="Albert Sans"/>
              <a:buChar char="■"/>
              <a:defRPr sz="1000">
                <a:solidFill>
                  <a:schemeClr val="dk2"/>
                </a:solidFill>
              </a:defRPr>
            </a:lvl6pPr>
            <a:lvl7pPr marL="3200400" lvl="6" indent="-292100">
              <a:spcBef>
                <a:spcPts val="0"/>
              </a:spcBef>
              <a:spcAft>
                <a:spcPts val="0"/>
              </a:spcAft>
              <a:buClr>
                <a:schemeClr val="dk2"/>
              </a:buClr>
              <a:buSzPts val="1000"/>
              <a:buFont typeface="Albert Sans"/>
              <a:buChar char="●"/>
              <a:defRPr sz="1000">
                <a:solidFill>
                  <a:schemeClr val="dk2"/>
                </a:solidFill>
              </a:defRPr>
            </a:lvl7pPr>
            <a:lvl8pPr marL="3657600" lvl="7" indent="-292100">
              <a:spcBef>
                <a:spcPts val="0"/>
              </a:spcBef>
              <a:spcAft>
                <a:spcPts val="0"/>
              </a:spcAft>
              <a:buClr>
                <a:schemeClr val="dk2"/>
              </a:buClr>
              <a:buSzPts val="1000"/>
              <a:buFont typeface="Albert Sans"/>
              <a:buChar char="○"/>
              <a:defRPr sz="1000">
                <a:solidFill>
                  <a:schemeClr val="dk2"/>
                </a:solidFill>
              </a:defRPr>
            </a:lvl8pPr>
            <a:lvl9pPr marL="4114800" lvl="8" indent="-292100">
              <a:spcBef>
                <a:spcPts val="0"/>
              </a:spcBef>
              <a:spcAft>
                <a:spcPts val="0"/>
              </a:spcAft>
              <a:buClr>
                <a:schemeClr val="dk2"/>
              </a:buClr>
              <a:buSzPts val="1000"/>
              <a:buFont typeface="Albert Sans"/>
              <a:buChar char="■"/>
              <a:defRPr sz="1000">
                <a:solidFill>
                  <a:schemeClr val="dk2"/>
                </a:solidFill>
              </a:defRPr>
            </a:lvl9pPr>
          </a:lstStyle>
          <a:p>
            <a:endParaRPr/>
          </a:p>
        </p:txBody>
      </p:sp>
      <p:sp>
        <p:nvSpPr>
          <p:cNvPr id="219" name="Google Shape;219;p34"/>
          <p:cNvSpPr txBox="1">
            <a:spLocks noGrp="1"/>
          </p:cNvSpPr>
          <p:nvPr>
            <p:ph type="body" idx="5"/>
          </p:nvPr>
        </p:nvSpPr>
        <p:spPr>
          <a:xfrm>
            <a:off x="3618100" y="1372575"/>
            <a:ext cx="1913100" cy="8109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2"/>
              </a:buClr>
              <a:buSzPts val="1000"/>
              <a:buFont typeface="Albert Sans"/>
              <a:buChar char="●"/>
              <a:defRPr sz="1000">
                <a:solidFill>
                  <a:schemeClr val="dk2"/>
                </a:solidFill>
              </a:defRPr>
            </a:lvl1pPr>
            <a:lvl2pPr marL="914400" lvl="1" indent="-292100">
              <a:spcBef>
                <a:spcPts val="0"/>
              </a:spcBef>
              <a:spcAft>
                <a:spcPts val="0"/>
              </a:spcAft>
              <a:buClr>
                <a:schemeClr val="dk2"/>
              </a:buClr>
              <a:buSzPts val="1000"/>
              <a:buFont typeface="Albert Sans"/>
              <a:buChar char="○"/>
              <a:defRPr sz="1000">
                <a:solidFill>
                  <a:schemeClr val="dk2"/>
                </a:solidFill>
              </a:defRPr>
            </a:lvl2pPr>
            <a:lvl3pPr marL="1371600" lvl="2" indent="-292100">
              <a:spcBef>
                <a:spcPts val="0"/>
              </a:spcBef>
              <a:spcAft>
                <a:spcPts val="0"/>
              </a:spcAft>
              <a:buClr>
                <a:schemeClr val="dk2"/>
              </a:buClr>
              <a:buSzPts val="1000"/>
              <a:buFont typeface="Albert Sans"/>
              <a:buChar char="■"/>
              <a:defRPr sz="1000">
                <a:solidFill>
                  <a:schemeClr val="dk2"/>
                </a:solidFill>
              </a:defRPr>
            </a:lvl3pPr>
            <a:lvl4pPr marL="1828800" lvl="3" indent="-292100">
              <a:spcBef>
                <a:spcPts val="0"/>
              </a:spcBef>
              <a:spcAft>
                <a:spcPts val="0"/>
              </a:spcAft>
              <a:buClr>
                <a:schemeClr val="dk2"/>
              </a:buClr>
              <a:buSzPts val="1000"/>
              <a:buFont typeface="Albert Sans"/>
              <a:buChar char="●"/>
              <a:defRPr sz="1000">
                <a:solidFill>
                  <a:schemeClr val="dk2"/>
                </a:solidFill>
              </a:defRPr>
            </a:lvl4pPr>
            <a:lvl5pPr marL="2286000" lvl="4" indent="-292100">
              <a:spcBef>
                <a:spcPts val="0"/>
              </a:spcBef>
              <a:spcAft>
                <a:spcPts val="0"/>
              </a:spcAft>
              <a:buClr>
                <a:schemeClr val="dk2"/>
              </a:buClr>
              <a:buSzPts val="1000"/>
              <a:buFont typeface="Albert Sans"/>
              <a:buChar char="○"/>
              <a:defRPr sz="1000">
                <a:solidFill>
                  <a:schemeClr val="dk2"/>
                </a:solidFill>
              </a:defRPr>
            </a:lvl5pPr>
            <a:lvl6pPr marL="2743200" lvl="5" indent="-292100">
              <a:spcBef>
                <a:spcPts val="0"/>
              </a:spcBef>
              <a:spcAft>
                <a:spcPts val="0"/>
              </a:spcAft>
              <a:buClr>
                <a:schemeClr val="dk2"/>
              </a:buClr>
              <a:buSzPts val="1000"/>
              <a:buFont typeface="Albert Sans"/>
              <a:buChar char="■"/>
              <a:defRPr sz="1000">
                <a:solidFill>
                  <a:schemeClr val="dk2"/>
                </a:solidFill>
              </a:defRPr>
            </a:lvl6pPr>
            <a:lvl7pPr marL="3200400" lvl="6" indent="-292100">
              <a:spcBef>
                <a:spcPts val="0"/>
              </a:spcBef>
              <a:spcAft>
                <a:spcPts val="0"/>
              </a:spcAft>
              <a:buClr>
                <a:schemeClr val="dk2"/>
              </a:buClr>
              <a:buSzPts val="1000"/>
              <a:buFont typeface="Albert Sans"/>
              <a:buChar char="●"/>
              <a:defRPr sz="1000">
                <a:solidFill>
                  <a:schemeClr val="dk2"/>
                </a:solidFill>
              </a:defRPr>
            </a:lvl7pPr>
            <a:lvl8pPr marL="3657600" lvl="7" indent="-292100">
              <a:spcBef>
                <a:spcPts val="0"/>
              </a:spcBef>
              <a:spcAft>
                <a:spcPts val="0"/>
              </a:spcAft>
              <a:buClr>
                <a:schemeClr val="dk2"/>
              </a:buClr>
              <a:buSzPts val="1000"/>
              <a:buFont typeface="Albert Sans"/>
              <a:buChar char="○"/>
              <a:defRPr sz="1000">
                <a:solidFill>
                  <a:schemeClr val="dk2"/>
                </a:solidFill>
              </a:defRPr>
            </a:lvl8pPr>
            <a:lvl9pPr marL="4114800" lvl="8" indent="-292100">
              <a:spcBef>
                <a:spcPts val="0"/>
              </a:spcBef>
              <a:spcAft>
                <a:spcPts val="0"/>
              </a:spcAft>
              <a:buClr>
                <a:schemeClr val="dk2"/>
              </a:buClr>
              <a:buSzPts val="1000"/>
              <a:buFont typeface="Albert Sans"/>
              <a:buChar char="■"/>
              <a:defRPr sz="1000">
                <a:solidFill>
                  <a:schemeClr val="dk2"/>
                </a:solidFill>
              </a:defRPr>
            </a:lvl9pPr>
          </a:lstStyle>
          <a:p>
            <a:endParaRPr/>
          </a:p>
        </p:txBody>
      </p:sp>
      <p:sp>
        <p:nvSpPr>
          <p:cNvPr id="220" name="Google Shape;220;p34"/>
          <p:cNvSpPr txBox="1">
            <a:spLocks noGrp="1"/>
          </p:cNvSpPr>
          <p:nvPr>
            <p:ph type="body" idx="6"/>
          </p:nvPr>
        </p:nvSpPr>
        <p:spPr>
          <a:xfrm>
            <a:off x="6067050" y="1372575"/>
            <a:ext cx="1913100" cy="8109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2"/>
              </a:buClr>
              <a:buSzPts val="1000"/>
              <a:buFont typeface="Albert Sans"/>
              <a:buChar char="●"/>
              <a:defRPr sz="1000">
                <a:solidFill>
                  <a:schemeClr val="dk2"/>
                </a:solidFill>
              </a:defRPr>
            </a:lvl1pPr>
            <a:lvl2pPr marL="914400" lvl="1" indent="-292100">
              <a:spcBef>
                <a:spcPts val="0"/>
              </a:spcBef>
              <a:spcAft>
                <a:spcPts val="0"/>
              </a:spcAft>
              <a:buClr>
                <a:schemeClr val="dk2"/>
              </a:buClr>
              <a:buSzPts val="1000"/>
              <a:buFont typeface="Albert Sans"/>
              <a:buChar char="○"/>
              <a:defRPr sz="1000">
                <a:solidFill>
                  <a:schemeClr val="dk2"/>
                </a:solidFill>
              </a:defRPr>
            </a:lvl2pPr>
            <a:lvl3pPr marL="1371600" lvl="2" indent="-292100">
              <a:spcBef>
                <a:spcPts val="0"/>
              </a:spcBef>
              <a:spcAft>
                <a:spcPts val="0"/>
              </a:spcAft>
              <a:buClr>
                <a:schemeClr val="dk2"/>
              </a:buClr>
              <a:buSzPts val="1000"/>
              <a:buFont typeface="Albert Sans"/>
              <a:buChar char="■"/>
              <a:defRPr sz="1000">
                <a:solidFill>
                  <a:schemeClr val="dk2"/>
                </a:solidFill>
              </a:defRPr>
            </a:lvl3pPr>
            <a:lvl4pPr marL="1828800" lvl="3" indent="-292100">
              <a:spcBef>
                <a:spcPts val="0"/>
              </a:spcBef>
              <a:spcAft>
                <a:spcPts val="0"/>
              </a:spcAft>
              <a:buClr>
                <a:schemeClr val="dk2"/>
              </a:buClr>
              <a:buSzPts val="1000"/>
              <a:buFont typeface="Albert Sans"/>
              <a:buChar char="●"/>
              <a:defRPr sz="1000">
                <a:solidFill>
                  <a:schemeClr val="dk2"/>
                </a:solidFill>
              </a:defRPr>
            </a:lvl4pPr>
            <a:lvl5pPr marL="2286000" lvl="4" indent="-292100">
              <a:spcBef>
                <a:spcPts val="0"/>
              </a:spcBef>
              <a:spcAft>
                <a:spcPts val="0"/>
              </a:spcAft>
              <a:buClr>
                <a:schemeClr val="dk2"/>
              </a:buClr>
              <a:buSzPts val="1000"/>
              <a:buFont typeface="Albert Sans"/>
              <a:buChar char="○"/>
              <a:defRPr sz="1000">
                <a:solidFill>
                  <a:schemeClr val="dk2"/>
                </a:solidFill>
              </a:defRPr>
            </a:lvl5pPr>
            <a:lvl6pPr marL="2743200" lvl="5" indent="-292100">
              <a:spcBef>
                <a:spcPts val="0"/>
              </a:spcBef>
              <a:spcAft>
                <a:spcPts val="0"/>
              </a:spcAft>
              <a:buClr>
                <a:schemeClr val="dk2"/>
              </a:buClr>
              <a:buSzPts val="1000"/>
              <a:buFont typeface="Albert Sans"/>
              <a:buChar char="■"/>
              <a:defRPr sz="1000">
                <a:solidFill>
                  <a:schemeClr val="dk2"/>
                </a:solidFill>
              </a:defRPr>
            </a:lvl6pPr>
            <a:lvl7pPr marL="3200400" lvl="6" indent="-292100">
              <a:spcBef>
                <a:spcPts val="0"/>
              </a:spcBef>
              <a:spcAft>
                <a:spcPts val="0"/>
              </a:spcAft>
              <a:buClr>
                <a:schemeClr val="dk2"/>
              </a:buClr>
              <a:buSzPts val="1000"/>
              <a:buFont typeface="Albert Sans"/>
              <a:buChar char="●"/>
              <a:defRPr sz="1000">
                <a:solidFill>
                  <a:schemeClr val="dk2"/>
                </a:solidFill>
              </a:defRPr>
            </a:lvl7pPr>
            <a:lvl8pPr marL="3657600" lvl="7" indent="-292100">
              <a:spcBef>
                <a:spcPts val="0"/>
              </a:spcBef>
              <a:spcAft>
                <a:spcPts val="0"/>
              </a:spcAft>
              <a:buClr>
                <a:schemeClr val="dk2"/>
              </a:buClr>
              <a:buSzPts val="1000"/>
              <a:buFont typeface="Albert Sans"/>
              <a:buChar char="○"/>
              <a:defRPr sz="1000">
                <a:solidFill>
                  <a:schemeClr val="dk2"/>
                </a:solidFill>
              </a:defRPr>
            </a:lvl8pPr>
            <a:lvl9pPr marL="4114800" lvl="8" indent="-292100">
              <a:spcBef>
                <a:spcPts val="0"/>
              </a:spcBef>
              <a:spcAft>
                <a:spcPts val="0"/>
              </a:spcAft>
              <a:buClr>
                <a:schemeClr val="dk2"/>
              </a:buClr>
              <a:buSzPts val="1000"/>
              <a:buFont typeface="Albert Sans"/>
              <a:buChar char="■"/>
              <a:defRPr sz="1000">
                <a:solidFill>
                  <a:schemeClr val="dk2"/>
                </a:solidFill>
              </a:defRPr>
            </a:lvl9pPr>
          </a:lstStyle>
          <a:p>
            <a:endParaRPr/>
          </a:p>
        </p:txBody>
      </p:sp>
      <p:sp>
        <p:nvSpPr>
          <p:cNvPr id="221" name="Google Shape;221;p34"/>
          <p:cNvSpPr txBox="1">
            <a:spLocks noGrp="1"/>
          </p:cNvSpPr>
          <p:nvPr>
            <p:ph type="subTitle" idx="7"/>
          </p:nvPr>
        </p:nvSpPr>
        <p:spPr>
          <a:xfrm>
            <a:off x="5956640" y="2552219"/>
            <a:ext cx="2021100" cy="373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222" name="Google Shape;222;p34"/>
          <p:cNvSpPr txBox="1">
            <a:spLocks noGrp="1"/>
          </p:cNvSpPr>
          <p:nvPr>
            <p:ph type="body" idx="8"/>
          </p:nvPr>
        </p:nvSpPr>
        <p:spPr>
          <a:xfrm>
            <a:off x="3618088" y="3007588"/>
            <a:ext cx="1913100" cy="8109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2"/>
              </a:buClr>
              <a:buSzPts val="1000"/>
              <a:buFont typeface="Albert Sans"/>
              <a:buChar char="●"/>
              <a:defRPr sz="1000">
                <a:solidFill>
                  <a:schemeClr val="dk2"/>
                </a:solidFill>
              </a:defRPr>
            </a:lvl1pPr>
            <a:lvl2pPr marL="914400" lvl="1" indent="-292100">
              <a:spcBef>
                <a:spcPts val="0"/>
              </a:spcBef>
              <a:spcAft>
                <a:spcPts val="0"/>
              </a:spcAft>
              <a:buClr>
                <a:schemeClr val="dk2"/>
              </a:buClr>
              <a:buSzPts val="1000"/>
              <a:buFont typeface="Albert Sans"/>
              <a:buChar char="○"/>
              <a:defRPr sz="1000">
                <a:solidFill>
                  <a:schemeClr val="dk2"/>
                </a:solidFill>
              </a:defRPr>
            </a:lvl2pPr>
            <a:lvl3pPr marL="1371600" lvl="2" indent="-292100">
              <a:spcBef>
                <a:spcPts val="0"/>
              </a:spcBef>
              <a:spcAft>
                <a:spcPts val="0"/>
              </a:spcAft>
              <a:buClr>
                <a:schemeClr val="dk2"/>
              </a:buClr>
              <a:buSzPts val="1000"/>
              <a:buFont typeface="Albert Sans"/>
              <a:buChar char="■"/>
              <a:defRPr sz="1000">
                <a:solidFill>
                  <a:schemeClr val="dk2"/>
                </a:solidFill>
              </a:defRPr>
            </a:lvl3pPr>
            <a:lvl4pPr marL="1828800" lvl="3" indent="-292100">
              <a:spcBef>
                <a:spcPts val="0"/>
              </a:spcBef>
              <a:spcAft>
                <a:spcPts val="0"/>
              </a:spcAft>
              <a:buClr>
                <a:schemeClr val="dk2"/>
              </a:buClr>
              <a:buSzPts val="1000"/>
              <a:buFont typeface="Albert Sans"/>
              <a:buChar char="●"/>
              <a:defRPr sz="1000">
                <a:solidFill>
                  <a:schemeClr val="dk2"/>
                </a:solidFill>
              </a:defRPr>
            </a:lvl4pPr>
            <a:lvl5pPr marL="2286000" lvl="4" indent="-292100">
              <a:spcBef>
                <a:spcPts val="0"/>
              </a:spcBef>
              <a:spcAft>
                <a:spcPts val="0"/>
              </a:spcAft>
              <a:buClr>
                <a:schemeClr val="dk2"/>
              </a:buClr>
              <a:buSzPts val="1000"/>
              <a:buFont typeface="Albert Sans"/>
              <a:buChar char="○"/>
              <a:defRPr sz="1000">
                <a:solidFill>
                  <a:schemeClr val="dk2"/>
                </a:solidFill>
              </a:defRPr>
            </a:lvl5pPr>
            <a:lvl6pPr marL="2743200" lvl="5" indent="-292100">
              <a:spcBef>
                <a:spcPts val="0"/>
              </a:spcBef>
              <a:spcAft>
                <a:spcPts val="0"/>
              </a:spcAft>
              <a:buClr>
                <a:schemeClr val="dk2"/>
              </a:buClr>
              <a:buSzPts val="1000"/>
              <a:buFont typeface="Albert Sans"/>
              <a:buChar char="■"/>
              <a:defRPr sz="1000">
                <a:solidFill>
                  <a:schemeClr val="dk2"/>
                </a:solidFill>
              </a:defRPr>
            </a:lvl6pPr>
            <a:lvl7pPr marL="3200400" lvl="6" indent="-292100">
              <a:spcBef>
                <a:spcPts val="0"/>
              </a:spcBef>
              <a:spcAft>
                <a:spcPts val="0"/>
              </a:spcAft>
              <a:buClr>
                <a:schemeClr val="dk2"/>
              </a:buClr>
              <a:buSzPts val="1000"/>
              <a:buFont typeface="Albert Sans"/>
              <a:buChar char="●"/>
              <a:defRPr sz="1000">
                <a:solidFill>
                  <a:schemeClr val="dk2"/>
                </a:solidFill>
              </a:defRPr>
            </a:lvl7pPr>
            <a:lvl8pPr marL="3657600" lvl="7" indent="-292100">
              <a:spcBef>
                <a:spcPts val="0"/>
              </a:spcBef>
              <a:spcAft>
                <a:spcPts val="0"/>
              </a:spcAft>
              <a:buClr>
                <a:schemeClr val="dk2"/>
              </a:buClr>
              <a:buSzPts val="1000"/>
              <a:buFont typeface="Albert Sans"/>
              <a:buChar char="○"/>
              <a:defRPr sz="1000">
                <a:solidFill>
                  <a:schemeClr val="dk2"/>
                </a:solidFill>
              </a:defRPr>
            </a:lvl8pPr>
            <a:lvl9pPr marL="4114800" lvl="8" indent="-292100">
              <a:spcBef>
                <a:spcPts val="0"/>
              </a:spcBef>
              <a:spcAft>
                <a:spcPts val="0"/>
              </a:spcAft>
              <a:buClr>
                <a:schemeClr val="dk2"/>
              </a:buClr>
              <a:buSzPts val="1000"/>
              <a:buFont typeface="Albert Sans"/>
              <a:buChar char="■"/>
              <a:defRPr sz="1000">
                <a:solidFill>
                  <a:schemeClr val="dk2"/>
                </a:solidFill>
              </a:defRPr>
            </a:lvl9pPr>
          </a:lstStyle>
          <a:p>
            <a:endParaRPr/>
          </a:p>
        </p:txBody>
      </p:sp>
      <p:sp>
        <p:nvSpPr>
          <p:cNvPr id="223" name="Google Shape;223;p34"/>
          <p:cNvSpPr txBox="1">
            <a:spLocks noGrp="1"/>
          </p:cNvSpPr>
          <p:nvPr>
            <p:ph type="subTitle" idx="9"/>
          </p:nvPr>
        </p:nvSpPr>
        <p:spPr>
          <a:xfrm>
            <a:off x="3508752" y="2552219"/>
            <a:ext cx="2021100" cy="373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224" name="Google Shape;224;p34"/>
          <p:cNvSpPr txBox="1">
            <a:spLocks noGrp="1"/>
          </p:cNvSpPr>
          <p:nvPr>
            <p:ph type="body" idx="13"/>
          </p:nvPr>
        </p:nvSpPr>
        <p:spPr>
          <a:xfrm>
            <a:off x="1171275" y="3007588"/>
            <a:ext cx="1913100" cy="8109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2"/>
              </a:buClr>
              <a:buSzPts val="1000"/>
              <a:buFont typeface="Albert Sans"/>
              <a:buChar char="●"/>
              <a:defRPr sz="1000">
                <a:solidFill>
                  <a:schemeClr val="dk2"/>
                </a:solidFill>
              </a:defRPr>
            </a:lvl1pPr>
            <a:lvl2pPr marL="914400" lvl="1" indent="-292100">
              <a:spcBef>
                <a:spcPts val="0"/>
              </a:spcBef>
              <a:spcAft>
                <a:spcPts val="0"/>
              </a:spcAft>
              <a:buClr>
                <a:schemeClr val="dk2"/>
              </a:buClr>
              <a:buSzPts val="1000"/>
              <a:buFont typeface="Albert Sans"/>
              <a:buChar char="○"/>
              <a:defRPr sz="1000">
                <a:solidFill>
                  <a:schemeClr val="dk2"/>
                </a:solidFill>
              </a:defRPr>
            </a:lvl2pPr>
            <a:lvl3pPr marL="1371600" lvl="2" indent="-292100">
              <a:spcBef>
                <a:spcPts val="0"/>
              </a:spcBef>
              <a:spcAft>
                <a:spcPts val="0"/>
              </a:spcAft>
              <a:buClr>
                <a:schemeClr val="dk2"/>
              </a:buClr>
              <a:buSzPts val="1000"/>
              <a:buFont typeface="Albert Sans"/>
              <a:buChar char="■"/>
              <a:defRPr sz="1000">
                <a:solidFill>
                  <a:schemeClr val="dk2"/>
                </a:solidFill>
              </a:defRPr>
            </a:lvl3pPr>
            <a:lvl4pPr marL="1828800" lvl="3" indent="-292100">
              <a:spcBef>
                <a:spcPts val="0"/>
              </a:spcBef>
              <a:spcAft>
                <a:spcPts val="0"/>
              </a:spcAft>
              <a:buClr>
                <a:schemeClr val="dk2"/>
              </a:buClr>
              <a:buSzPts val="1000"/>
              <a:buFont typeface="Albert Sans"/>
              <a:buChar char="●"/>
              <a:defRPr sz="1000">
                <a:solidFill>
                  <a:schemeClr val="dk2"/>
                </a:solidFill>
              </a:defRPr>
            </a:lvl4pPr>
            <a:lvl5pPr marL="2286000" lvl="4" indent="-292100">
              <a:spcBef>
                <a:spcPts val="0"/>
              </a:spcBef>
              <a:spcAft>
                <a:spcPts val="0"/>
              </a:spcAft>
              <a:buClr>
                <a:schemeClr val="dk2"/>
              </a:buClr>
              <a:buSzPts val="1000"/>
              <a:buFont typeface="Albert Sans"/>
              <a:buChar char="○"/>
              <a:defRPr sz="1000">
                <a:solidFill>
                  <a:schemeClr val="dk2"/>
                </a:solidFill>
              </a:defRPr>
            </a:lvl5pPr>
            <a:lvl6pPr marL="2743200" lvl="5" indent="-292100">
              <a:spcBef>
                <a:spcPts val="0"/>
              </a:spcBef>
              <a:spcAft>
                <a:spcPts val="0"/>
              </a:spcAft>
              <a:buClr>
                <a:schemeClr val="dk2"/>
              </a:buClr>
              <a:buSzPts val="1000"/>
              <a:buFont typeface="Albert Sans"/>
              <a:buChar char="■"/>
              <a:defRPr sz="1000">
                <a:solidFill>
                  <a:schemeClr val="dk2"/>
                </a:solidFill>
              </a:defRPr>
            </a:lvl6pPr>
            <a:lvl7pPr marL="3200400" lvl="6" indent="-292100">
              <a:spcBef>
                <a:spcPts val="0"/>
              </a:spcBef>
              <a:spcAft>
                <a:spcPts val="0"/>
              </a:spcAft>
              <a:buClr>
                <a:schemeClr val="dk2"/>
              </a:buClr>
              <a:buSzPts val="1000"/>
              <a:buFont typeface="Albert Sans"/>
              <a:buChar char="●"/>
              <a:defRPr sz="1000">
                <a:solidFill>
                  <a:schemeClr val="dk2"/>
                </a:solidFill>
              </a:defRPr>
            </a:lvl7pPr>
            <a:lvl8pPr marL="3657600" lvl="7" indent="-292100">
              <a:spcBef>
                <a:spcPts val="0"/>
              </a:spcBef>
              <a:spcAft>
                <a:spcPts val="0"/>
              </a:spcAft>
              <a:buClr>
                <a:schemeClr val="dk2"/>
              </a:buClr>
              <a:buSzPts val="1000"/>
              <a:buFont typeface="Albert Sans"/>
              <a:buChar char="○"/>
              <a:defRPr sz="1000">
                <a:solidFill>
                  <a:schemeClr val="dk2"/>
                </a:solidFill>
              </a:defRPr>
            </a:lvl8pPr>
            <a:lvl9pPr marL="4114800" lvl="8" indent="-292100">
              <a:spcBef>
                <a:spcPts val="0"/>
              </a:spcBef>
              <a:spcAft>
                <a:spcPts val="0"/>
              </a:spcAft>
              <a:buClr>
                <a:schemeClr val="dk2"/>
              </a:buClr>
              <a:buSzPts val="1000"/>
              <a:buFont typeface="Albert Sans"/>
              <a:buChar char="■"/>
              <a:defRPr sz="1000">
                <a:solidFill>
                  <a:schemeClr val="dk2"/>
                </a:solidFill>
              </a:defRPr>
            </a:lvl9pPr>
          </a:lstStyle>
          <a:p>
            <a:endParaRPr/>
          </a:p>
        </p:txBody>
      </p:sp>
      <p:sp>
        <p:nvSpPr>
          <p:cNvPr id="225" name="Google Shape;225;p34"/>
          <p:cNvSpPr txBox="1">
            <a:spLocks noGrp="1"/>
          </p:cNvSpPr>
          <p:nvPr>
            <p:ph type="subTitle" idx="14"/>
          </p:nvPr>
        </p:nvSpPr>
        <p:spPr>
          <a:xfrm>
            <a:off x="1060865" y="2552219"/>
            <a:ext cx="2021100" cy="373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226" name="Google Shape;226;p34"/>
          <p:cNvSpPr txBox="1">
            <a:spLocks noGrp="1"/>
          </p:cNvSpPr>
          <p:nvPr>
            <p:ph type="body" idx="15"/>
          </p:nvPr>
        </p:nvSpPr>
        <p:spPr>
          <a:xfrm>
            <a:off x="6067050" y="3007588"/>
            <a:ext cx="1913100" cy="8109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2"/>
              </a:buClr>
              <a:buSzPts val="1000"/>
              <a:buFont typeface="Albert Sans"/>
              <a:buChar char="●"/>
              <a:defRPr sz="1000">
                <a:solidFill>
                  <a:schemeClr val="dk2"/>
                </a:solidFill>
              </a:defRPr>
            </a:lvl1pPr>
            <a:lvl2pPr marL="914400" lvl="1" indent="-292100">
              <a:spcBef>
                <a:spcPts val="0"/>
              </a:spcBef>
              <a:spcAft>
                <a:spcPts val="0"/>
              </a:spcAft>
              <a:buClr>
                <a:schemeClr val="dk2"/>
              </a:buClr>
              <a:buSzPts val="1000"/>
              <a:buFont typeface="Albert Sans"/>
              <a:buChar char="○"/>
              <a:defRPr sz="1000">
                <a:solidFill>
                  <a:schemeClr val="dk2"/>
                </a:solidFill>
              </a:defRPr>
            </a:lvl2pPr>
            <a:lvl3pPr marL="1371600" lvl="2" indent="-292100">
              <a:spcBef>
                <a:spcPts val="0"/>
              </a:spcBef>
              <a:spcAft>
                <a:spcPts val="0"/>
              </a:spcAft>
              <a:buClr>
                <a:schemeClr val="dk2"/>
              </a:buClr>
              <a:buSzPts val="1000"/>
              <a:buFont typeface="Albert Sans"/>
              <a:buChar char="■"/>
              <a:defRPr sz="1000">
                <a:solidFill>
                  <a:schemeClr val="dk2"/>
                </a:solidFill>
              </a:defRPr>
            </a:lvl3pPr>
            <a:lvl4pPr marL="1828800" lvl="3" indent="-292100">
              <a:spcBef>
                <a:spcPts val="0"/>
              </a:spcBef>
              <a:spcAft>
                <a:spcPts val="0"/>
              </a:spcAft>
              <a:buClr>
                <a:schemeClr val="dk2"/>
              </a:buClr>
              <a:buSzPts val="1000"/>
              <a:buFont typeface="Albert Sans"/>
              <a:buChar char="●"/>
              <a:defRPr sz="1000">
                <a:solidFill>
                  <a:schemeClr val="dk2"/>
                </a:solidFill>
              </a:defRPr>
            </a:lvl4pPr>
            <a:lvl5pPr marL="2286000" lvl="4" indent="-292100">
              <a:spcBef>
                <a:spcPts val="0"/>
              </a:spcBef>
              <a:spcAft>
                <a:spcPts val="0"/>
              </a:spcAft>
              <a:buClr>
                <a:schemeClr val="dk2"/>
              </a:buClr>
              <a:buSzPts val="1000"/>
              <a:buFont typeface="Albert Sans"/>
              <a:buChar char="○"/>
              <a:defRPr sz="1000">
                <a:solidFill>
                  <a:schemeClr val="dk2"/>
                </a:solidFill>
              </a:defRPr>
            </a:lvl5pPr>
            <a:lvl6pPr marL="2743200" lvl="5" indent="-292100">
              <a:spcBef>
                <a:spcPts val="0"/>
              </a:spcBef>
              <a:spcAft>
                <a:spcPts val="0"/>
              </a:spcAft>
              <a:buClr>
                <a:schemeClr val="dk2"/>
              </a:buClr>
              <a:buSzPts val="1000"/>
              <a:buFont typeface="Albert Sans"/>
              <a:buChar char="■"/>
              <a:defRPr sz="1000">
                <a:solidFill>
                  <a:schemeClr val="dk2"/>
                </a:solidFill>
              </a:defRPr>
            </a:lvl6pPr>
            <a:lvl7pPr marL="3200400" lvl="6" indent="-292100">
              <a:spcBef>
                <a:spcPts val="0"/>
              </a:spcBef>
              <a:spcAft>
                <a:spcPts val="0"/>
              </a:spcAft>
              <a:buClr>
                <a:schemeClr val="dk2"/>
              </a:buClr>
              <a:buSzPts val="1000"/>
              <a:buFont typeface="Albert Sans"/>
              <a:buChar char="●"/>
              <a:defRPr sz="1000">
                <a:solidFill>
                  <a:schemeClr val="dk2"/>
                </a:solidFill>
              </a:defRPr>
            </a:lvl7pPr>
            <a:lvl8pPr marL="3657600" lvl="7" indent="-292100">
              <a:spcBef>
                <a:spcPts val="0"/>
              </a:spcBef>
              <a:spcAft>
                <a:spcPts val="0"/>
              </a:spcAft>
              <a:buClr>
                <a:schemeClr val="dk2"/>
              </a:buClr>
              <a:buSzPts val="1000"/>
              <a:buFont typeface="Albert Sans"/>
              <a:buChar char="○"/>
              <a:defRPr sz="1000">
                <a:solidFill>
                  <a:schemeClr val="dk2"/>
                </a:solidFill>
              </a:defRPr>
            </a:lvl8pPr>
            <a:lvl9pPr marL="4114800" lvl="8" indent="-292100">
              <a:spcBef>
                <a:spcPts val="0"/>
              </a:spcBef>
              <a:spcAft>
                <a:spcPts val="0"/>
              </a:spcAft>
              <a:buClr>
                <a:schemeClr val="dk2"/>
              </a:buClr>
              <a:buSzPts val="1000"/>
              <a:buFont typeface="Albert Sans"/>
              <a:buChar char="■"/>
              <a:defRPr sz="1000">
                <a:solidFill>
                  <a:schemeClr val="dk2"/>
                </a:solidFill>
              </a:defRPr>
            </a:lvl9pPr>
          </a:lstStyle>
          <a:p>
            <a:endParaRPr/>
          </a:p>
        </p:txBody>
      </p:sp>
      <p:sp>
        <p:nvSpPr>
          <p:cNvPr id="227" name="Google Shape;227;p34"/>
          <p:cNvSpPr txBox="1">
            <a:spLocks noGrp="1"/>
          </p:cNvSpPr>
          <p:nvPr>
            <p:ph type="title"/>
          </p:nvPr>
        </p:nvSpPr>
        <p:spPr>
          <a:xfrm>
            <a:off x="956150" y="327150"/>
            <a:ext cx="3558600" cy="393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2"/>
              </a:buClr>
              <a:buSzPts val="1400"/>
              <a:buFont typeface="Albert Sans"/>
              <a:buNone/>
              <a:defRPr sz="1400" b="1">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228" name="Google Shape;228;p34"/>
          <p:cNvSpPr>
            <a:spLocks noGrp="1"/>
          </p:cNvSpPr>
          <p:nvPr>
            <p:ph type="pic" idx="16"/>
          </p:nvPr>
        </p:nvSpPr>
        <p:spPr>
          <a:xfrm>
            <a:off x="8596800" y="223475"/>
            <a:ext cx="318600" cy="318600"/>
          </a:xfrm>
          <a:prstGeom prst="ellipse">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Market Size Graph">
  <p:cSld name="CUSTOM_12">
    <p:spTree>
      <p:nvGrpSpPr>
        <p:cNvPr id="1" name="Shape 229"/>
        <p:cNvGrpSpPr/>
        <p:nvPr/>
      </p:nvGrpSpPr>
      <p:grpSpPr>
        <a:xfrm>
          <a:off x="0" y="0"/>
          <a:ext cx="0" cy="0"/>
          <a:chOff x="0" y="0"/>
          <a:chExt cx="0" cy="0"/>
        </a:xfrm>
      </p:grpSpPr>
      <p:sp>
        <p:nvSpPr>
          <p:cNvPr id="230" name="Google Shape;230;p35"/>
          <p:cNvSpPr txBox="1">
            <a:spLocks noGrp="1"/>
          </p:cNvSpPr>
          <p:nvPr>
            <p:ph type="subTitle" idx="1"/>
          </p:nvPr>
        </p:nvSpPr>
        <p:spPr>
          <a:xfrm>
            <a:off x="960850" y="3191652"/>
            <a:ext cx="4082700" cy="1568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None/>
              <a:defRPr b="0"/>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a:endParaRPr/>
          </a:p>
        </p:txBody>
      </p:sp>
      <p:sp>
        <p:nvSpPr>
          <p:cNvPr id="231" name="Google Shape;231;p35"/>
          <p:cNvSpPr txBox="1">
            <a:spLocks noGrp="1"/>
          </p:cNvSpPr>
          <p:nvPr>
            <p:ph type="title"/>
          </p:nvPr>
        </p:nvSpPr>
        <p:spPr>
          <a:xfrm>
            <a:off x="932850" y="730375"/>
            <a:ext cx="4082700" cy="21033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1pPr>
            <a:lvl2pPr lvl="1">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2pPr>
            <a:lvl3pPr lvl="2">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3pPr>
            <a:lvl4pPr lvl="3">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4pPr>
            <a:lvl5pPr lvl="4">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5pPr>
            <a:lvl6pPr lvl="5">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6pPr>
            <a:lvl7pPr lvl="6">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7pPr>
            <a:lvl8pPr lvl="7">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8pPr>
            <a:lvl9pPr lvl="8">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9pPr>
          </a:lstStyle>
          <a:p>
            <a:endParaRPr/>
          </a:p>
        </p:txBody>
      </p:sp>
      <p:sp>
        <p:nvSpPr>
          <p:cNvPr id="232" name="Google Shape;232;p35"/>
          <p:cNvSpPr txBox="1">
            <a:spLocks noGrp="1"/>
          </p:cNvSpPr>
          <p:nvPr>
            <p:ph type="title" idx="2"/>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3" name="Google Shape;233;p35"/>
          <p:cNvSpPr>
            <a:spLocks noGrp="1"/>
          </p:cNvSpPr>
          <p:nvPr>
            <p:ph type="pic" idx="3"/>
          </p:nvPr>
        </p:nvSpPr>
        <p:spPr>
          <a:xfrm>
            <a:off x="8596800" y="223475"/>
            <a:ext cx="318600" cy="318600"/>
          </a:xfrm>
          <a:prstGeom prst="ellipse">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ar Graph">
  <p:cSld name="CUSTOM_13">
    <p:bg>
      <p:bgPr>
        <a:solidFill>
          <a:schemeClr val="accent2"/>
        </a:solidFill>
        <a:effectLst/>
      </p:bgPr>
    </p:bg>
    <p:spTree>
      <p:nvGrpSpPr>
        <p:cNvPr id="1" name="Shape 234"/>
        <p:cNvGrpSpPr/>
        <p:nvPr/>
      </p:nvGrpSpPr>
      <p:grpSpPr>
        <a:xfrm>
          <a:off x="0" y="0"/>
          <a:ext cx="0" cy="0"/>
          <a:chOff x="0" y="0"/>
          <a:chExt cx="0" cy="0"/>
        </a:xfrm>
      </p:grpSpPr>
      <p:sp>
        <p:nvSpPr>
          <p:cNvPr id="235" name="Google Shape;235;p36"/>
          <p:cNvSpPr/>
          <p:nvPr/>
        </p:nvSpPr>
        <p:spPr>
          <a:xfrm>
            <a:off x="114300" y="114300"/>
            <a:ext cx="8915400" cy="4914900"/>
          </a:xfrm>
          <a:prstGeom prst="roundRect">
            <a:avLst>
              <a:gd name="adj" fmla="val 330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6"/>
          <p:cNvSpPr txBox="1">
            <a:spLocks noGrp="1"/>
          </p:cNvSpPr>
          <p:nvPr>
            <p:ph type="subTitle" idx="1"/>
          </p:nvPr>
        </p:nvSpPr>
        <p:spPr>
          <a:xfrm>
            <a:off x="5251039" y="2593520"/>
            <a:ext cx="2571600" cy="15687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400"/>
              <a:buNone/>
              <a:defRPr b="0">
                <a:solidFill>
                  <a:schemeClr val="dk2"/>
                </a:solidFill>
              </a:defRPr>
            </a:lvl1pPr>
            <a:lvl2pPr lvl="1">
              <a:spcBef>
                <a:spcPts val="0"/>
              </a:spcBef>
              <a:spcAft>
                <a:spcPts val="0"/>
              </a:spcAft>
              <a:buClr>
                <a:schemeClr val="dk2"/>
              </a:buClr>
              <a:buSzPts val="1400"/>
              <a:buFont typeface="Albert Sans"/>
              <a:buNone/>
              <a:defRPr>
                <a:solidFill>
                  <a:schemeClr val="dk2"/>
                </a:solidFill>
              </a:defRPr>
            </a:lvl2pPr>
            <a:lvl3pPr lvl="2">
              <a:spcBef>
                <a:spcPts val="0"/>
              </a:spcBef>
              <a:spcAft>
                <a:spcPts val="0"/>
              </a:spcAft>
              <a:buClr>
                <a:schemeClr val="dk2"/>
              </a:buClr>
              <a:buSzPts val="1400"/>
              <a:buFont typeface="Albert Sans"/>
              <a:buNone/>
              <a:defRPr>
                <a:solidFill>
                  <a:schemeClr val="dk2"/>
                </a:solidFill>
              </a:defRPr>
            </a:lvl3pPr>
            <a:lvl4pPr lvl="3">
              <a:spcBef>
                <a:spcPts val="0"/>
              </a:spcBef>
              <a:spcAft>
                <a:spcPts val="0"/>
              </a:spcAft>
              <a:buClr>
                <a:schemeClr val="dk2"/>
              </a:buClr>
              <a:buSzPts val="1400"/>
              <a:buFont typeface="Albert Sans"/>
              <a:buNone/>
              <a:defRPr>
                <a:solidFill>
                  <a:schemeClr val="dk2"/>
                </a:solidFill>
              </a:defRPr>
            </a:lvl4pPr>
            <a:lvl5pPr lvl="4">
              <a:spcBef>
                <a:spcPts val="0"/>
              </a:spcBef>
              <a:spcAft>
                <a:spcPts val="0"/>
              </a:spcAft>
              <a:buClr>
                <a:schemeClr val="dk2"/>
              </a:buClr>
              <a:buSzPts val="1400"/>
              <a:buFont typeface="Albert Sans"/>
              <a:buNone/>
              <a:defRPr>
                <a:solidFill>
                  <a:schemeClr val="dk2"/>
                </a:solidFill>
              </a:defRPr>
            </a:lvl5pPr>
            <a:lvl6pPr lvl="5">
              <a:spcBef>
                <a:spcPts val="0"/>
              </a:spcBef>
              <a:spcAft>
                <a:spcPts val="0"/>
              </a:spcAft>
              <a:buClr>
                <a:schemeClr val="dk2"/>
              </a:buClr>
              <a:buSzPts val="1400"/>
              <a:buFont typeface="Albert Sans"/>
              <a:buNone/>
              <a:defRPr>
                <a:solidFill>
                  <a:schemeClr val="dk2"/>
                </a:solidFill>
              </a:defRPr>
            </a:lvl6pPr>
            <a:lvl7pPr lvl="6">
              <a:spcBef>
                <a:spcPts val="0"/>
              </a:spcBef>
              <a:spcAft>
                <a:spcPts val="0"/>
              </a:spcAft>
              <a:buClr>
                <a:schemeClr val="dk2"/>
              </a:buClr>
              <a:buSzPts val="1400"/>
              <a:buFont typeface="Albert Sans"/>
              <a:buNone/>
              <a:defRPr>
                <a:solidFill>
                  <a:schemeClr val="dk2"/>
                </a:solidFill>
              </a:defRPr>
            </a:lvl7pPr>
            <a:lvl8pPr lvl="7">
              <a:spcBef>
                <a:spcPts val="0"/>
              </a:spcBef>
              <a:spcAft>
                <a:spcPts val="0"/>
              </a:spcAft>
              <a:buClr>
                <a:schemeClr val="dk2"/>
              </a:buClr>
              <a:buSzPts val="1400"/>
              <a:buFont typeface="Albert Sans"/>
              <a:buNone/>
              <a:defRPr>
                <a:solidFill>
                  <a:schemeClr val="dk2"/>
                </a:solidFill>
              </a:defRPr>
            </a:lvl8pPr>
            <a:lvl9pPr lvl="8">
              <a:spcBef>
                <a:spcPts val="0"/>
              </a:spcBef>
              <a:spcAft>
                <a:spcPts val="0"/>
              </a:spcAft>
              <a:buClr>
                <a:schemeClr val="dk2"/>
              </a:buClr>
              <a:buSzPts val="1400"/>
              <a:buFont typeface="Albert Sans"/>
              <a:buNone/>
              <a:defRPr>
                <a:solidFill>
                  <a:schemeClr val="dk2"/>
                </a:solidFill>
              </a:defRPr>
            </a:lvl9pPr>
          </a:lstStyle>
          <a:p>
            <a:endParaRPr/>
          </a:p>
        </p:txBody>
      </p:sp>
      <p:sp>
        <p:nvSpPr>
          <p:cNvPr id="237" name="Google Shape;237;p36"/>
          <p:cNvSpPr txBox="1">
            <a:spLocks noGrp="1"/>
          </p:cNvSpPr>
          <p:nvPr>
            <p:ph type="subTitle" idx="2"/>
          </p:nvPr>
        </p:nvSpPr>
        <p:spPr>
          <a:xfrm>
            <a:off x="5233275" y="763675"/>
            <a:ext cx="3576600" cy="13398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400"/>
              <a:buFont typeface="Nanum Myeongjo"/>
              <a:buNone/>
              <a:defRPr sz="2400" b="0">
                <a:solidFill>
                  <a:schemeClr val="dk2"/>
                </a:solidFill>
                <a:latin typeface="Nanum Myeongjo"/>
                <a:ea typeface="Nanum Myeongjo"/>
                <a:cs typeface="Nanum Myeongjo"/>
                <a:sym typeface="Nanum Myeongjo"/>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238" name="Google Shape;238;p36"/>
          <p:cNvSpPr txBox="1">
            <a:spLocks noGrp="1"/>
          </p:cNvSpPr>
          <p:nvPr>
            <p:ph type="title"/>
          </p:nvPr>
        </p:nvSpPr>
        <p:spPr>
          <a:xfrm>
            <a:off x="956150" y="327150"/>
            <a:ext cx="3558600" cy="393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2"/>
              </a:buClr>
              <a:buSzPts val="1400"/>
              <a:buFont typeface="Albert Sans"/>
              <a:buNone/>
              <a:defRPr sz="1400" b="1">
                <a:solidFill>
                  <a:schemeClr val="accent2"/>
                </a:solidFill>
                <a:latin typeface="Albert Sans"/>
                <a:ea typeface="Albert Sans"/>
                <a:cs typeface="Albert Sans"/>
                <a:sym typeface="Albert Sans"/>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a:endParaRPr/>
          </a:p>
        </p:txBody>
      </p:sp>
      <p:sp>
        <p:nvSpPr>
          <p:cNvPr id="239" name="Google Shape;239;p36"/>
          <p:cNvSpPr txBox="1">
            <a:spLocks noGrp="1"/>
          </p:cNvSpPr>
          <p:nvPr>
            <p:ph type="title" idx="3"/>
          </p:nvPr>
        </p:nvSpPr>
        <p:spPr>
          <a:xfrm>
            <a:off x="5251132" y="327150"/>
            <a:ext cx="3558600" cy="393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2"/>
              </a:buClr>
              <a:buSzPts val="1400"/>
              <a:buFont typeface="Albert Sans"/>
              <a:buNone/>
              <a:defRPr sz="1400" b="1">
                <a:solidFill>
                  <a:schemeClr val="accent2"/>
                </a:solidFill>
                <a:latin typeface="Albert Sans"/>
                <a:ea typeface="Albert Sans"/>
                <a:cs typeface="Albert Sans"/>
                <a:sym typeface="Albert Sans"/>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a:endParaRPr/>
          </a:p>
        </p:txBody>
      </p:sp>
      <p:sp>
        <p:nvSpPr>
          <p:cNvPr id="240" name="Google Shape;240;p36"/>
          <p:cNvSpPr txBox="1">
            <a:spLocks noGrp="1"/>
          </p:cNvSpPr>
          <p:nvPr>
            <p:ph type="title" idx="4"/>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1" name="Google Shape;241;p36"/>
          <p:cNvSpPr>
            <a:spLocks noGrp="1"/>
          </p:cNvSpPr>
          <p:nvPr>
            <p:ph type="pic" idx="5"/>
          </p:nvPr>
        </p:nvSpPr>
        <p:spPr>
          <a:xfrm>
            <a:off x="8596800" y="223475"/>
            <a:ext cx="318600" cy="318600"/>
          </a:xfrm>
          <a:prstGeom prst="ellipse">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mpetitor Landscape">
  <p:cSld name="CUSTOM_14">
    <p:bg>
      <p:bgPr>
        <a:solidFill>
          <a:schemeClr val="lt1"/>
        </a:solidFill>
        <a:effectLst/>
      </p:bgPr>
    </p:bg>
    <p:spTree>
      <p:nvGrpSpPr>
        <p:cNvPr id="1" name="Shape 242"/>
        <p:cNvGrpSpPr/>
        <p:nvPr/>
      </p:nvGrpSpPr>
      <p:grpSpPr>
        <a:xfrm>
          <a:off x="0" y="0"/>
          <a:ext cx="0" cy="0"/>
          <a:chOff x="0" y="0"/>
          <a:chExt cx="0" cy="0"/>
        </a:xfrm>
      </p:grpSpPr>
      <p:sp>
        <p:nvSpPr>
          <p:cNvPr id="243" name="Google Shape;243;p37"/>
          <p:cNvSpPr txBox="1">
            <a:spLocks noGrp="1"/>
          </p:cNvSpPr>
          <p:nvPr>
            <p:ph type="body" idx="1"/>
          </p:nvPr>
        </p:nvSpPr>
        <p:spPr>
          <a:xfrm>
            <a:off x="6564350" y="577612"/>
            <a:ext cx="2237400" cy="6411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2"/>
              </a:buClr>
              <a:buSzPts val="1000"/>
              <a:buFont typeface="Albert Sans"/>
              <a:buChar char="●"/>
              <a:defRPr sz="1000" u="none">
                <a:solidFill>
                  <a:schemeClr val="dk2"/>
                </a:solidFill>
              </a:defRPr>
            </a:lvl1pPr>
            <a:lvl2pPr marL="914400" lvl="1" indent="-292100">
              <a:spcBef>
                <a:spcPts val="0"/>
              </a:spcBef>
              <a:spcAft>
                <a:spcPts val="0"/>
              </a:spcAft>
              <a:buClr>
                <a:schemeClr val="dk2"/>
              </a:buClr>
              <a:buSzPts val="1000"/>
              <a:buFont typeface="Albert Sans"/>
              <a:buChar char="○"/>
              <a:defRPr sz="1000" u="none">
                <a:solidFill>
                  <a:schemeClr val="dk2"/>
                </a:solidFill>
              </a:defRPr>
            </a:lvl2pPr>
            <a:lvl3pPr marL="1371600" lvl="2" indent="-292100">
              <a:spcBef>
                <a:spcPts val="0"/>
              </a:spcBef>
              <a:spcAft>
                <a:spcPts val="0"/>
              </a:spcAft>
              <a:buClr>
                <a:schemeClr val="dk2"/>
              </a:buClr>
              <a:buSzPts val="1000"/>
              <a:buFont typeface="Albert Sans"/>
              <a:buChar char="■"/>
              <a:defRPr sz="1000" u="none">
                <a:solidFill>
                  <a:schemeClr val="dk2"/>
                </a:solidFill>
              </a:defRPr>
            </a:lvl3pPr>
            <a:lvl4pPr marL="1828800" lvl="3" indent="-292100">
              <a:spcBef>
                <a:spcPts val="0"/>
              </a:spcBef>
              <a:spcAft>
                <a:spcPts val="0"/>
              </a:spcAft>
              <a:buClr>
                <a:schemeClr val="dk2"/>
              </a:buClr>
              <a:buSzPts val="1000"/>
              <a:buFont typeface="Albert Sans"/>
              <a:buChar char="●"/>
              <a:defRPr sz="1000" u="none">
                <a:solidFill>
                  <a:schemeClr val="dk2"/>
                </a:solidFill>
              </a:defRPr>
            </a:lvl4pPr>
            <a:lvl5pPr marL="2286000" lvl="4" indent="-292100">
              <a:spcBef>
                <a:spcPts val="0"/>
              </a:spcBef>
              <a:spcAft>
                <a:spcPts val="0"/>
              </a:spcAft>
              <a:buClr>
                <a:schemeClr val="dk2"/>
              </a:buClr>
              <a:buSzPts val="1000"/>
              <a:buFont typeface="Albert Sans"/>
              <a:buChar char="○"/>
              <a:defRPr sz="1000" u="none">
                <a:solidFill>
                  <a:schemeClr val="dk2"/>
                </a:solidFill>
              </a:defRPr>
            </a:lvl5pPr>
            <a:lvl6pPr marL="2743200" lvl="5" indent="-292100">
              <a:spcBef>
                <a:spcPts val="0"/>
              </a:spcBef>
              <a:spcAft>
                <a:spcPts val="0"/>
              </a:spcAft>
              <a:buClr>
                <a:schemeClr val="dk2"/>
              </a:buClr>
              <a:buSzPts val="1000"/>
              <a:buFont typeface="Albert Sans"/>
              <a:buChar char="■"/>
              <a:defRPr sz="1000" u="none">
                <a:solidFill>
                  <a:schemeClr val="dk2"/>
                </a:solidFill>
              </a:defRPr>
            </a:lvl6pPr>
            <a:lvl7pPr marL="3200400" lvl="6" indent="-292100">
              <a:spcBef>
                <a:spcPts val="0"/>
              </a:spcBef>
              <a:spcAft>
                <a:spcPts val="0"/>
              </a:spcAft>
              <a:buClr>
                <a:schemeClr val="dk2"/>
              </a:buClr>
              <a:buSzPts val="1000"/>
              <a:buFont typeface="Albert Sans"/>
              <a:buChar char="●"/>
              <a:defRPr sz="1000" u="none">
                <a:solidFill>
                  <a:schemeClr val="dk2"/>
                </a:solidFill>
              </a:defRPr>
            </a:lvl7pPr>
            <a:lvl8pPr marL="3657600" lvl="7" indent="-292100">
              <a:spcBef>
                <a:spcPts val="0"/>
              </a:spcBef>
              <a:spcAft>
                <a:spcPts val="0"/>
              </a:spcAft>
              <a:buClr>
                <a:schemeClr val="dk2"/>
              </a:buClr>
              <a:buSzPts val="1000"/>
              <a:buFont typeface="Albert Sans"/>
              <a:buChar char="○"/>
              <a:defRPr sz="1000" u="none">
                <a:solidFill>
                  <a:schemeClr val="dk2"/>
                </a:solidFill>
              </a:defRPr>
            </a:lvl8pPr>
            <a:lvl9pPr marL="4114800" lvl="8" indent="-292100">
              <a:spcBef>
                <a:spcPts val="0"/>
              </a:spcBef>
              <a:spcAft>
                <a:spcPts val="0"/>
              </a:spcAft>
              <a:buClr>
                <a:schemeClr val="dk2"/>
              </a:buClr>
              <a:buSzPts val="1000"/>
              <a:buFont typeface="Albert Sans"/>
              <a:buChar char="■"/>
              <a:defRPr sz="1000" u="none">
                <a:solidFill>
                  <a:schemeClr val="dk2"/>
                </a:solidFill>
              </a:defRPr>
            </a:lvl9pPr>
          </a:lstStyle>
          <a:p>
            <a:endParaRPr/>
          </a:p>
        </p:txBody>
      </p:sp>
      <p:sp>
        <p:nvSpPr>
          <p:cNvPr id="244" name="Google Shape;244;p37"/>
          <p:cNvSpPr txBox="1">
            <a:spLocks noGrp="1"/>
          </p:cNvSpPr>
          <p:nvPr>
            <p:ph type="body" idx="2"/>
          </p:nvPr>
        </p:nvSpPr>
        <p:spPr>
          <a:xfrm>
            <a:off x="6564350" y="1810914"/>
            <a:ext cx="2237400" cy="6411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2"/>
              </a:buClr>
              <a:buSzPts val="1000"/>
              <a:buFont typeface="Albert Sans"/>
              <a:buChar char="●"/>
              <a:defRPr sz="1000" u="none">
                <a:solidFill>
                  <a:schemeClr val="dk2"/>
                </a:solidFill>
              </a:defRPr>
            </a:lvl1pPr>
            <a:lvl2pPr marL="914400" lvl="1" indent="-292100">
              <a:spcBef>
                <a:spcPts val="0"/>
              </a:spcBef>
              <a:spcAft>
                <a:spcPts val="0"/>
              </a:spcAft>
              <a:buClr>
                <a:schemeClr val="dk2"/>
              </a:buClr>
              <a:buSzPts val="1000"/>
              <a:buFont typeface="Albert Sans"/>
              <a:buChar char="○"/>
              <a:defRPr sz="1000" u="none">
                <a:solidFill>
                  <a:schemeClr val="dk2"/>
                </a:solidFill>
              </a:defRPr>
            </a:lvl2pPr>
            <a:lvl3pPr marL="1371600" lvl="2" indent="-292100">
              <a:spcBef>
                <a:spcPts val="0"/>
              </a:spcBef>
              <a:spcAft>
                <a:spcPts val="0"/>
              </a:spcAft>
              <a:buClr>
                <a:schemeClr val="dk2"/>
              </a:buClr>
              <a:buSzPts val="1000"/>
              <a:buFont typeface="Albert Sans"/>
              <a:buChar char="■"/>
              <a:defRPr sz="1000" u="none">
                <a:solidFill>
                  <a:schemeClr val="dk2"/>
                </a:solidFill>
              </a:defRPr>
            </a:lvl3pPr>
            <a:lvl4pPr marL="1828800" lvl="3" indent="-292100">
              <a:spcBef>
                <a:spcPts val="0"/>
              </a:spcBef>
              <a:spcAft>
                <a:spcPts val="0"/>
              </a:spcAft>
              <a:buClr>
                <a:schemeClr val="dk2"/>
              </a:buClr>
              <a:buSzPts val="1000"/>
              <a:buFont typeface="Albert Sans"/>
              <a:buChar char="●"/>
              <a:defRPr sz="1000" u="none">
                <a:solidFill>
                  <a:schemeClr val="dk2"/>
                </a:solidFill>
              </a:defRPr>
            </a:lvl4pPr>
            <a:lvl5pPr marL="2286000" lvl="4" indent="-292100">
              <a:spcBef>
                <a:spcPts val="0"/>
              </a:spcBef>
              <a:spcAft>
                <a:spcPts val="0"/>
              </a:spcAft>
              <a:buClr>
                <a:schemeClr val="dk2"/>
              </a:buClr>
              <a:buSzPts val="1000"/>
              <a:buFont typeface="Albert Sans"/>
              <a:buChar char="○"/>
              <a:defRPr sz="1000" u="none">
                <a:solidFill>
                  <a:schemeClr val="dk2"/>
                </a:solidFill>
              </a:defRPr>
            </a:lvl5pPr>
            <a:lvl6pPr marL="2743200" lvl="5" indent="-292100">
              <a:spcBef>
                <a:spcPts val="0"/>
              </a:spcBef>
              <a:spcAft>
                <a:spcPts val="0"/>
              </a:spcAft>
              <a:buClr>
                <a:schemeClr val="dk2"/>
              </a:buClr>
              <a:buSzPts val="1000"/>
              <a:buFont typeface="Albert Sans"/>
              <a:buChar char="■"/>
              <a:defRPr sz="1000" u="none">
                <a:solidFill>
                  <a:schemeClr val="dk2"/>
                </a:solidFill>
              </a:defRPr>
            </a:lvl6pPr>
            <a:lvl7pPr marL="3200400" lvl="6" indent="-292100">
              <a:spcBef>
                <a:spcPts val="0"/>
              </a:spcBef>
              <a:spcAft>
                <a:spcPts val="0"/>
              </a:spcAft>
              <a:buClr>
                <a:schemeClr val="dk2"/>
              </a:buClr>
              <a:buSzPts val="1000"/>
              <a:buFont typeface="Albert Sans"/>
              <a:buChar char="●"/>
              <a:defRPr sz="1000" u="none">
                <a:solidFill>
                  <a:schemeClr val="dk2"/>
                </a:solidFill>
              </a:defRPr>
            </a:lvl7pPr>
            <a:lvl8pPr marL="3657600" lvl="7" indent="-292100">
              <a:spcBef>
                <a:spcPts val="0"/>
              </a:spcBef>
              <a:spcAft>
                <a:spcPts val="0"/>
              </a:spcAft>
              <a:buClr>
                <a:schemeClr val="dk2"/>
              </a:buClr>
              <a:buSzPts val="1000"/>
              <a:buFont typeface="Albert Sans"/>
              <a:buChar char="○"/>
              <a:defRPr sz="1000" u="none">
                <a:solidFill>
                  <a:schemeClr val="dk2"/>
                </a:solidFill>
              </a:defRPr>
            </a:lvl8pPr>
            <a:lvl9pPr marL="4114800" lvl="8" indent="-292100">
              <a:spcBef>
                <a:spcPts val="0"/>
              </a:spcBef>
              <a:spcAft>
                <a:spcPts val="0"/>
              </a:spcAft>
              <a:buClr>
                <a:schemeClr val="dk2"/>
              </a:buClr>
              <a:buSzPts val="1000"/>
              <a:buFont typeface="Albert Sans"/>
              <a:buChar char="■"/>
              <a:defRPr sz="1000" u="none">
                <a:solidFill>
                  <a:schemeClr val="dk2"/>
                </a:solidFill>
              </a:defRPr>
            </a:lvl9pPr>
          </a:lstStyle>
          <a:p>
            <a:endParaRPr/>
          </a:p>
        </p:txBody>
      </p:sp>
      <p:sp>
        <p:nvSpPr>
          <p:cNvPr id="245" name="Google Shape;245;p37"/>
          <p:cNvSpPr txBox="1">
            <a:spLocks noGrp="1"/>
          </p:cNvSpPr>
          <p:nvPr>
            <p:ph type="body" idx="3"/>
          </p:nvPr>
        </p:nvSpPr>
        <p:spPr>
          <a:xfrm>
            <a:off x="6564350" y="3038996"/>
            <a:ext cx="2237400" cy="6411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2"/>
              </a:buClr>
              <a:buSzPts val="1000"/>
              <a:buFont typeface="Albert Sans"/>
              <a:buChar char="●"/>
              <a:defRPr sz="1000" u="none">
                <a:solidFill>
                  <a:schemeClr val="dk2"/>
                </a:solidFill>
              </a:defRPr>
            </a:lvl1pPr>
            <a:lvl2pPr marL="914400" lvl="1" indent="-292100">
              <a:spcBef>
                <a:spcPts val="0"/>
              </a:spcBef>
              <a:spcAft>
                <a:spcPts val="0"/>
              </a:spcAft>
              <a:buClr>
                <a:schemeClr val="dk2"/>
              </a:buClr>
              <a:buSzPts val="1000"/>
              <a:buFont typeface="Albert Sans"/>
              <a:buChar char="○"/>
              <a:defRPr sz="1000" u="none">
                <a:solidFill>
                  <a:schemeClr val="dk2"/>
                </a:solidFill>
              </a:defRPr>
            </a:lvl2pPr>
            <a:lvl3pPr marL="1371600" lvl="2" indent="-292100">
              <a:spcBef>
                <a:spcPts val="0"/>
              </a:spcBef>
              <a:spcAft>
                <a:spcPts val="0"/>
              </a:spcAft>
              <a:buClr>
                <a:schemeClr val="dk2"/>
              </a:buClr>
              <a:buSzPts val="1000"/>
              <a:buFont typeface="Albert Sans"/>
              <a:buChar char="■"/>
              <a:defRPr sz="1000" u="none">
                <a:solidFill>
                  <a:schemeClr val="dk2"/>
                </a:solidFill>
              </a:defRPr>
            </a:lvl3pPr>
            <a:lvl4pPr marL="1828800" lvl="3" indent="-292100">
              <a:spcBef>
                <a:spcPts val="0"/>
              </a:spcBef>
              <a:spcAft>
                <a:spcPts val="0"/>
              </a:spcAft>
              <a:buClr>
                <a:schemeClr val="dk2"/>
              </a:buClr>
              <a:buSzPts val="1000"/>
              <a:buFont typeface="Albert Sans"/>
              <a:buChar char="●"/>
              <a:defRPr sz="1000" u="none">
                <a:solidFill>
                  <a:schemeClr val="dk2"/>
                </a:solidFill>
              </a:defRPr>
            </a:lvl4pPr>
            <a:lvl5pPr marL="2286000" lvl="4" indent="-292100">
              <a:spcBef>
                <a:spcPts val="0"/>
              </a:spcBef>
              <a:spcAft>
                <a:spcPts val="0"/>
              </a:spcAft>
              <a:buClr>
                <a:schemeClr val="dk2"/>
              </a:buClr>
              <a:buSzPts val="1000"/>
              <a:buFont typeface="Albert Sans"/>
              <a:buChar char="○"/>
              <a:defRPr sz="1000" u="none">
                <a:solidFill>
                  <a:schemeClr val="dk2"/>
                </a:solidFill>
              </a:defRPr>
            </a:lvl5pPr>
            <a:lvl6pPr marL="2743200" lvl="5" indent="-292100">
              <a:spcBef>
                <a:spcPts val="0"/>
              </a:spcBef>
              <a:spcAft>
                <a:spcPts val="0"/>
              </a:spcAft>
              <a:buClr>
                <a:schemeClr val="dk2"/>
              </a:buClr>
              <a:buSzPts val="1000"/>
              <a:buFont typeface="Albert Sans"/>
              <a:buChar char="■"/>
              <a:defRPr sz="1000" u="none">
                <a:solidFill>
                  <a:schemeClr val="dk2"/>
                </a:solidFill>
              </a:defRPr>
            </a:lvl6pPr>
            <a:lvl7pPr marL="3200400" lvl="6" indent="-292100">
              <a:spcBef>
                <a:spcPts val="0"/>
              </a:spcBef>
              <a:spcAft>
                <a:spcPts val="0"/>
              </a:spcAft>
              <a:buClr>
                <a:schemeClr val="dk2"/>
              </a:buClr>
              <a:buSzPts val="1000"/>
              <a:buFont typeface="Albert Sans"/>
              <a:buChar char="●"/>
              <a:defRPr sz="1000" u="none">
                <a:solidFill>
                  <a:schemeClr val="dk2"/>
                </a:solidFill>
              </a:defRPr>
            </a:lvl7pPr>
            <a:lvl8pPr marL="3657600" lvl="7" indent="-292100">
              <a:spcBef>
                <a:spcPts val="0"/>
              </a:spcBef>
              <a:spcAft>
                <a:spcPts val="0"/>
              </a:spcAft>
              <a:buClr>
                <a:schemeClr val="dk2"/>
              </a:buClr>
              <a:buSzPts val="1000"/>
              <a:buFont typeface="Albert Sans"/>
              <a:buChar char="○"/>
              <a:defRPr sz="1000" u="none">
                <a:solidFill>
                  <a:schemeClr val="dk2"/>
                </a:solidFill>
              </a:defRPr>
            </a:lvl8pPr>
            <a:lvl9pPr marL="4114800" lvl="8" indent="-292100">
              <a:spcBef>
                <a:spcPts val="0"/>
              </a:spcBef>
              <a:spcAft>
                <a:spcPts val="0"/>
              </a:spcAft>
              <a:buClr>
                <a:schemeClr val="dk2"/>
              </a:buClr>
              <a:buSzPts val="1000"/>
              <a:buFont typeface="Albert Sans"/>
              <a:buChar char="■"/>
              <a:defRPr sz="1000" u="none">
                <a:solidFill>
                  <a:schemeClr val="dk2"/>
                </a:solidFill>
              </a:defRPr>
            </a:lvl9pPr>
          </a:lstStyle>
          <a:p>
            <a:endParaRPr/>
          </a:p>
        </p:txBody>
      </p:sp>
      <p:sp>
        <p:nvSpPr>
          <p:cNvPr id="246" name="Google Shape;246;p37"/>
          <p:cNvSpPr txBox="1">
            <a:spLocks noGrp="1"/>
          </p:cNvSpPr>
          <p:nvPr>
            <p:ph type="title"/>
          </p:nvPr>
        </p:nvSpPr>
        <p:spPr>
          <a:xfrm>
            <a:off x="3706300" y="327150"/>
            <a:ext cx="2009100" cy="4224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400"/>
              <a:buFont typeface="Albert Sans"/>
              <a:buNone/>
              <a:defRPr sz="1400" b="1">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247" name="Google Shape;247;p37"/>
          <p:cNvSpPr txBox="1">
            <a:spLocks noGrp="1"/>
          </p:cNvSpPr>
          <p:nvPr>
            <p:ph type="body" idx="4"/>
          </p:nvPr>
        </p:nvSpPr>
        <p:spPr>
          <a:xfrm>
            <a:off x="3706300" y="577612"/>
            <a:ext cx="2237400" cy="6411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2"/>
              </a:buClr>
              <a:buSzPts val="1000"/>
              <a:buFont typeface="Albert Sans"/>
              <a:buChar char="●"/>
              <a:defRPr sz="1000" u="none">
                <a:solidFill>
                  <a:schemeClr val="dk2"/>
                </a:solidFill>
              </a:defRPr>
            </a:lvl1pPr>
            <a:lvl2pPr marL="914400" lvl="1" indent="-292100">
              <a:spcBef>
                <a:spcPts val="0"/>
              </a:spcBef>
              <a:spcAft>
                <a:spcPts val="0"/>
              </a:spcAft>
              <a:buClr>
                <a:schemeClr val="dk2"/>
              </a:buClr>
              <a:buSzPts val="1000"/>
              <a:buFont typeface="Albert Sans"/>
              <a:buChar char="○"/>
              <a:defRPr sz="1000" u="none">
                <a:solidFill>
                  <a:schemeClr val="dk2"/>
                </a:solidFill>
              </a:defRPr>
            </a:lvl2pPr>
            <a:lvl3pPr marL="1371600" lvl="2" indent="-292100">
              <a:spcBef>
                <a:spcPts val="0"/>
              </a:spcBef>
              <a:spcAft>
                <a:spcPts val="0"/>
              </a:spcAft>
              <a:buClr>
                <a:schemeClr val="dk2"/>
              </a:buClr>
              <a:buSzPts val="1000"/>
              <a:buFont typeface="Albert Sans"/>
              <a:buChar char="■"/>
              <a:defRPr sz="1000" u="none">
                <a:solidFill>
                  <a:schemeClr val="dk2"/>
                </a:solidFill>
              </a:defRPr>
            </a:lvl3pPr>
            <a:lvl4pPr marL="1828800" lvl="3" indent="-292100">
              <a:spcBef>
                <a:spcPts val="0"/>
              </a:spcBef>
              <a:spcAft>
                <a:spcPts val="0"/>
              </a:spcAft>
              <a:buClr>
                <a:schemeClr val="dk2"/>
              </a:buClr>
              <a:buSzPts val="1000"/>
              <a:buFont typeface="Albert Sans"/>
              <a:buChar char="●"/>
              <a:defRPr sz="1000" u="none">
                <a:solidFill>
                  <a:schemeClr val="dk2"/>
                </a:solidFill>
              </a:defRPr>
            </a:lvl4pPr>
            <a:lvl5pPr marL="2286000" lvl="4" indent="-292100">
              <a:spcBef>
                <a:spcPts val="0"/>
              </a:spcBef>
              <a:spcAft>
                <a:spcPts val="0"/>
              </a:spcAft>
              <a:buClr>
                <a:schemeClr val="dk2"/>
              </a:buClr>
              <a:buSzPts val="1000"/>
              <a:buFont typeface="Albert Sans"/>
              <a:buChar char="○"/>
              <a:defRPr sz="1000" u="none">
                <a:solidFill>
                  <a:schemeClr val="dk2"/>
                </a:solidFill>
              </a:defRPr>
            </a:lvl5pPr>
            <a:lvl6pPr marL="2743200" lvl="5" indent="-292100">
              <a:spcBef>
                <a:spcPts val="0"/>
              </a:spcBef>
              <a:spcAft>
                <a:spcPts val="0"/>
              </a:spcAft>
              <a:buClr>
                <a:schemeClr val="dk2"/>
              </a:buClr>
              <a:buSzPts val="1000"/>
              <a:buFont typeface="Albert Sans"/>
              <a:buChar char="■"/>
              <a:defRPr sz="1000" u="none">
                <a:solidFill>
                  <a:schemeClr val="dk2"/>
                </a:solidFill>
              </a:defRPr>
            </a:lvl6pPr>
            <a:lvl7pPr marL="3200400" lvl="6" indent="-292100">
              <a:spcBef>
                <a:spcPts val="0"/>
              </a:spcBef>
              <a:spcAft>
                <a:spcPts val="0"/>
              </a:spcAft>
              <a:buClr>
                <a:schemeClr val="dk2"/>
              </a:buClr>
              <a:buSzPts val="1000"/>
              <a:buFont typeface="Albert Sans"/>
              <a:buChar char="●"/>
              <a:defRPr sz="1000" u="none">
                <a:solidFill>
                  <a:schemeClr val="dk2"/>
                </a:solidFill>
              </a:defRPr>
            </a:lvl7pPr>
            <a:lvl8pPr marL="3657600" lvl="7" indent="-292100">
              <a:spcBef>
                <a:spcPts val="0"/>
              </a:spcBef>
              <a:spcAft>
                <a:spcPts val="0"/>
              </a:spcAft>
              <a:buClr>
                <a:schemeClr val="dk2"/>
              </a:buClr>
              <a:buSzPts val="1000"/>
              <a:buFont typeface="Albert Sans"/>
              <a:buChar char="○"/>
              <a:defRPr sz="1000" u="none">
                <a:solidFill>
                  <a:schemeClr val="dk2"/>
                </a:solidFill>
              </a:defRPr>
            </a:lvl8pPr>
            <a:lvl9pPr marL="4114800" lvl="8" indent="-292100">
              <a:spcBef>
                <a:spcPts val="0"/>
              </a:spcBef>
              <a:spcAft>
                <a:spcPts val="0"/>
              </a:spcAft>
              <a:buClr>
                <a:schemeClr val="dk2"/>
              </a:buClr>
              <a:buSzPts val="1000"/>
              <a:buFont typeface="Albert Sans"/>
              <a:buChar char="■"/>
              <a:defRPr sz="1000" u="none">
                <a:solidFill>
                  <a:schemeClr val="dk2"/>
                </a:solidFill>
              </a:defRPr>
            </a:lvl9pPr>
          </a:lstStyle>
          <a:p>
            <a:endParaRPr/>
          </a:p>
        </p:txBody>
      </p:sp>
      <p:sp>
        <p:nvSpPr>
          <p:cNvPr id="248" name="Google Shape;248;p37"/>
          <p:cNvSpPr txBox="1">
            <a:spLocks noGrp="1"/>
          </p:cNvSpPr>
          <p:nvPr>
            <p:ph type="title" idx="5"/>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249" name="Google Shape;249;p37"/>
          <p:cNvSpPr txBox="1">
            <a:spLocks noGrp="1"/>
          </p:cNvSpPr>
          <p:nvPr>
            <p:ph type="title" idx="6"/>
          </p:nvPr>
        </p:nvSpPr>
        <p:spPr>
          <a:xfrm>
            <a:off x="956150" y="327150"/>
            <a:ext cx="2009100" cy="13254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2"/>
              </a:buClr>
              <a:buSzPts val="1400"/>
              <a:buFont typeface="Albert Sans"/>
              <a:buNone/>
              <a:defRPr sz="1400" b="1">
                <a:solidFill>
                  <a:schemeClr val="accent2"/>
                </a:solidFill>
                <a:latin typeface="Albert Sans"/>
                <a:ea typeface="Albert Sans"/>
                <a:cs typeface="Albert Sans"/>
                <a:sym typeface="Albert Sans"/>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a:endParaRPr/>
          </a:p>
        </p:txBody>
      </p:sp>
      <p:sp>
        <p:nvSpPr>
          <p:cNvPr id="250" name="Google Shape;250;p37"/>
          <p:cNvSpPr>
            <a:spLocks noGrp="1"/>
          </p:cNvSpPr>
          <p:nvPr>
            <p:ph type="pic" idx="7"/>
          </p:nvPr>
        </p:nvSpPr>
        <p:spPr>
          <a:xfrm>
            <a:off x="3205625" y="423875"/>
            <a:ext cx="422400" cy="422400"/>
          </a:xfrm>
          <a:prstGeom prst="ellipse">
            <a:avLst/>
          </a:prstGeom>
          <a:noFill/>
          <a:ln>
            <a:noFill/>
          </a:ln>
        </p:spPr>
      </p:sp>
      <p:sp>
        <p:nvSpPr>
          <p:cNvPr id="251" name="Google Shape;251;p37"/>
          <p:cNvSpPr>
            <a:spLocks noGrp="1"/>
          </p:cNvSpPr>
          <p:nvPr>
            <p:ph type="pic" idx="8"/>
          </p:nvPr>
        </p:nvSpPr>
        <p:spPr>
          <a:xfrm>
            <a:off x="6063675" y="423875"/>
            <a:ext cx="422400" cy="422400"/>
          </a:xfrm>
          <a:prstGeom prst="ellipse">
            <a:avLst/>
          </a:prstGeom>
          <a:noFill/>
          <a:ln>
            <a:noFill/>
          </a:ln>
        </p:spPr>
      </p:sp>
      <p:sp>
        <p:nvSpPr>
          <p:cNvPr id="252" name="Google Shape;252;p37"/>
          <p:cNvSpPr>
            <a:spLocks noGrp="1"/>
          </p:cNvSpPr>
          <p:nvPr>
            <p:ph type="pic" idx="9"/>
          </p:nvPr>
        </p:nvSpPr>
        <p:spPr>
          <a:xfrm>
            <a:off x="3205625" y="1653438"/>
            <a:ext cx="422400" cy="422400"/>
          </a:xfrm>
          <a:prstGeom prst="ellipse">
            <a:avLst/>
          </a:prstGeom>
          <a:noFill/>
          <a:ln>
            <a:noFill/>
          </a:ln>
        </p:spPr>
      </p:sp>
      <p:sp>
        <p:nvSpPr>
          <p:cNvPr id="253" name="Google Shape;253;p37"/>
          <p:cNvSpPr>
            <a:spLocks noGrp="1"/>
          </p:cNvSpPr>
          <p:nvPr>
            <p:ph type="pic" idx="13"/>
          </p:nvPr>
        </p:nvSpPr>
        <p:spPr>
          <a:xfrm>
            <a:off x="6063675" y="1653438"/>
            <a:ext cx="422400" cy="422400"/>
          </a:xfrm>
          <a:prstGeom prst="ellipse">
            <a:avLst/>
          </a:prstGeom>
          <a:noFill/>
          <a:ln>
            <a:noFill/>
          </a:ln>
        </p:spPr>
      </p:sp>
      <p:sp>
        <p:nvSpPr>
          <p:cNvPr id="254" name="Google Shape;254;p37"/>
          <p:cNvSpPr>
            <a:spLocks noGrp="1"/>
          </p:cNvSpPr>
          <p:nvPr>
            <p:ph type="pic" idx="14"/>
          </p:nvPr>
        </p:nvSpPr>
        <p:spPr>
          <a:xfrm>
            <a:off x="3205625" y="2881163"/>
            <a:ext cx="422400" cy="422400"/>
          </a:xfrm>
          <a:prstGeom prst="ellipse">
            <a:avLst/>
          </a:prstGeom>
          <a:noFill/>
          <a:ln>
            <a:noFill/>
          </a:ln>
        </p:spPr>
      </p:sp>
      <p:sp>
        <p:nvSpPr>
          <p:cNvPr id="255" name="Google Shape;255;p37"/>
          <p:cNvSpPr>
            <a:spLocks noGrp="1"/>
          </p:cNvSpPr>
          <p:nvPr>
            <p:ph type="pic" idx="15"/>
          </p:nvPr>
        </p:nvSpPr>
        <p:spPr>
          <a:xfrm>
            <a:off x="6063675" y="2881163"/>
            <a:ext cx="422400" cy="422400"/>
          </a:xfrm>
          <a:prstGeom prst="ellipse">
            <a:avLst/>
          </a:prstGeom>
          <a:noFill/>
          <a:ln>
            <a:noFill/>
          </a:ln>
        </p:spPr>
      </p:sp>
      <p:sp>
        <p:nvSpPr>
          <p:cNvPr id="256" name="Google Shape;256;p37"/>
          <p:cNvSpPr txBox="1">
            <a:spLocks noGrp="1"/>
          </p:cNvSpPr>
          <p:nvPr>
            <p:ph type="title" idx="16"/>
          </p:nvPr>
        </p:nvSpPr>
        <p:spPr>
          <a:xfrm>
            <a:off x="6564350" y="327150"/>
            <a:ext cx="2009100" cy="4224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400"/>
              <a:buFont typeface="Albert Sans"/>
              <a:buNone/>
              <a:defRPr sz="1400" b="1">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257" name="Google Shape;257;p37"/>
          <p:cNvSpPr txBox="1">
            <a:spLocks noGrp="1"/>
          </p:cNvSpPr>
          <p:nvPr>
            <p:ph type="title" idx="17"/>
          </p:nvPr>
        </p:nvSpPr>
        <p:spPr>
          <a:xfrm>
            <a:off x="3706300" y="1554125"/>
            <a:ext cx="2009100" cy="4224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400"/>
              <a:buFont typeface="Albert Sans"/>
              <a:buNone/>
              <a:defRPr sz="1400" b="1">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258" name="Google Shape;258;p37"/>
          <p:cNvSpPr txBox="1">
            <a:spLocks noGrp="1"/>
          </p:cNvSpPr>
          <p:nvPr>
            <p:ph type="title" idx="18"/>
          </p:nvPr>
        </p:nvSpPr>
        <p:spPr>
          <a:xfrm>
            <a:off x="6564350" y="1554125"/>
            <a:ext cx="2009100" cy="4224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400"/>
              <a:buFont typeface="Albert Sans"/>
              <a:buNone/>
              <a:defRPr sz="1400" b="1">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259" name="Google Shape;259;p37"/>
          <p:cNvSpPr txBox="1">
            <a:spLocks noGrp="1"/>
          </p:cNvSpPr>
          <p:nvPr>
            <p:ph type="title" idx="19"/>
          </p:nvPr>
        </p:nvSpPr>
        <p:spPr>
          <a:xfrm>
            <a:off x="3706300" y="2781100"/>
            <a:ext cx="2009100" cy="4224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400"/>
              <a:buFont typeface="Albert Sans"/>
              <a:buNone/>
              <a:defRPr sz="1400" b="1">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260" name="Google Shape;260;p37"/>
          <p:cNvSpPr txBox="1">
            <a:spLocks noGrp="1"/>
          </p:cNvSpPr>
          <p:nvPr>
            <p:ph type="title" idx="20"/>
          </p:nvPr>
        </p:nvSpPr>
        <p:spPr>
          <a:xfrm>
            <a:off x="6564350" y="2781100"/>
            <a:ext cx="2009100" cy="4224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400"/>
              <a:buFont typeface="Albert Sans"/>
              <a:buNone/>
              <a:defRPr sz="1400" b="1">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261" name="Google Shape;261;p37"/>
          <p:cNvSpPr txBox="1">
            <a:spLocks noGrp="1"/>
          </p:cNvSpPr>
          <p:nvPr>
            <p:ph type="body" idx="21"/>
          </p:nvPr>
        </p:nvSpPr>
        <p:spPr>
          <a:xfrm>
            <a:off x="3706300" y="1810914"/>
            <a:ext cx="2237400" cy="6411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2"/>
              </a:buClr>
              <a:buSzPts val="1000"/>
              <a:buFont typeface="Albert Sans"/>
              <a:buChar char="●"/>
              <a:defRPr sz="1000" u="none">
                <a:solidFill>
                  <a:schemeClr val="dk2"/>
                </a:solidFill>
              </a:defRPr>
            </a:lvl1pPr>
            <a:lvl2pPr marL="914400" lvl="1" indent="-292100">
              <a:spcBef>
                <a:spcPts val="0"/>
              </a:spcBef>
              <a:spcAft>
                <a:spcPts val="0"/>
              </a:spcAft>
              <a:buClr>
                <a:schemeClr val="dk2"/>
              </a:buClr>
              <a:buSzPts val="1000"/>
              <a:buFont typeface="Albert Sans"/>
              <a:buChar char="○"/>
              <a:defRPr sz="1000" u="none">
                <a:solidFill>
                  <a:schemeClr val="dk2"/>
                </a:solidFill>
              </a:defRPr>
            </a:lvl2pPr>
            <a:lvl3pPr marL="1371600" lvl="2" indent="-292100">
              <a:spcBef>
                <a:spcPts val="0"/>
              </a:spcBef>
              <a:spcAft>
                <a:spcPts val="0"/>
              </a:spcAft>
              <a:buClr>
                <a:schemeClr val="dk2"/>
              </a:buClr>
              <a:buSzPts val="1000"/>
              <a:buFont typeface="Albert Sans"/>
              <a:buChar char="■"/>
              <a:defRPr sz="1000" u="none">
                <a:solidFill>
                  <a:schemeClr val="dk2"/>
                </a:solidFill>
              </a:defRPr>
            </a:lvl3pPr>
            <a:lvl4pPr marL="1828800" lvl="3" indent="-292100">
              <a:spcBef>
                <a:spcPts val="0"/>
              </a:spcBef>
              <a:spcAft>
                <a:spcPts val="0"/>
              </a:spcAft>
              <a:buClr>
                <a:schemeClr val="dk2"/>
              </a:buClr>
              <a:buSzPts val="1000"/>
              <a:buFont typeface="Albert Sans"/>
              <a:buChar char="●"/>
              <a:defRPr sz="1000" u="none">
                <a:solidFill>
                  <a:schemeClr val="dk2"/>
                </a:solidFill>
              </a:defRPr>
            </a:lvl4pPr>
            <a:lvl5pPr marL="2286000" lvl="4" indent="-292100">
              <a:spcBef>
                <a:spcPts val="0"/>
              </a:spcBef>
              <a:spcAft>
                <a:spcPts val="0"/>
              </a:spcAft>
              <a:buClr>
                <a:schemeClr val="dk2"/>
              </a:buClr>
              <a:buSzPts val="1000"/>
              <a:buFont typeface="Albert Sans"/>
              <a:buChar char="○"/>
              <a:defRPr sz="1000" u="none">
                <a:solidFill>
                  <a:schemeClr val="dk2"/>
                </a:solidFill>
              </a:defRPr>
            </a:lvl5pPr>
            <a:lvl6pPr marL="2743200" lvl="5" indent="-292100">
              <a:spcBef>
                <a:spcPts val="0"/>
              </a:spcBef>
              <a:spcAft>
                <a:spcPts val="0"/>
              </a:spcAft>
              <a:buClr>
                <a:schemeClr val="dk2"/>
              </a:buClr>
              <a:buSzPts val="1000"/>
              <a:buFont typeface="Albert Sans"/>
              <a:buChar char="■"/>
              <a:defRPr sz="1000" u="none">
                <a:solidFill>
                  <a:schemeClr val="dk2"/>
                </a:solidFill>
              </a:defRPr>
            </a:lvl6pPr>
            <a:lvl7pPr marL="3200400" lvl="6" indent="-292100">
              <a:spcBef>
                <a:spcPts val="0"/>
              </a:spcBef>
              <a:spcAft>
                <a:spcPts val="0"/>
              </a:spcAft>
              <a:buClr>
                <a:schemeClr val="dk2"/>
              </a:buClr>
              <a:buSzPts val="1000"/>
              <a:buFont typeface="Albert Sans"/>
              <a:buChar char="●"/>
              <a:defRPr sz="1000" u="none">
                <a:solidFill>
                  <a:schemeClr val="dk2"/>
                </a:solidFill>
              </a:defRPr>
            </a:lvl7pPr>
            <a:lvl8pPr marL="3657600" lvl="7" indent="-292100">
              <a:spcBef>
                <a:spcPts val="0"/>
              </a:spcBef>
              <a:spcAft>
                <a:spcPts val="0"/>
              </a:spcAft>
              <a:buClr>
                <a:schemeClr val="dk2"/>
              </a:buClr>
              <a:buSzPts val="1000"/>
              <a:buFont typeface="Albert Sans"/>
              <a:buChar char="○"/>
              <a:defRPr sz="1000" u="none">
                <a:solidFill>
                  <a:schemeClr val="dk2"/>
                </a:solidFill>
              </a:defRPr>
            </a:lvl8pPr>
            <a:lvl9pPr marL="4114800" lvl="8" indent="-292100">
              <a:spcBef>
                <a:spcPts val="0"/>
              </a:spcBef>
              <a:spcAft>
                <a:spcPts val="0"/>
              </a:spcAft>
              <a:buClr>
                <a:schemeClr val="dk2"/>
              </a:buClr>
              <a:buSzPts val="1000"/>
              <a:buFont typeface="Albert Sans"/>
              <a:buChar char="■"/>
              <a:defRPr sz="1000" u="none">
                <a:solidFill>
                  <a:schemeClr val="dk2"/>
                </a:solidFill>
              </a:defRPr>
            </a:lvl9pPr>
          </a:lstStyle>
          <a:p>
            <a:endParaRPr/>
          </a:p>
        </p:txBody>
      </p:sp>
      <p:sp>
        <p:nvSpPr>
          <p:cNvPr id="262" name="Google Shape;262;p37"/>
          <p:cNvSpPr txBox="1">
            <a:spLocks noGrp="1"/>
          </p:cNvSpPr>
          <p:nvPr>
            <p:ph type="body" idx="22"/>
          </p:nvPr>
        </p:nvSpPr>
        <p:spPr>
          <a:xfrm>
            <a:off x="3706300" y="3038996"/>
            <a:ext cx="2237400" cy="6411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dk2"/>
              </a:buClr>
              <a:buSzPts val="1000"/>
              <a:buFont typeface="Albert Sans"/>
              <a:buChar char="●"/>
              <a:defRPr sz="1000" u="none">
                <a:solidFill>
                  <a:schemeClr val="dk2"/>
                </a:solidFill>
              </a:defRPr>
            </a:lvl1pPr>
            <a:lvl2pPr marL="914400" lvl="1" indent="-292100">
              <a:spcBef>
                <a:spcPts val="0"/>
              </a:spcBef>
              <a:spcAft>
                <a:spcPts val="0"/>
              </a:spcAft>
              <a:buClr>
                <a:schemeClr val="dk2"/>
              </a:buClr>
              <a:buSzPts val="1000"/>
              <a:buFont typeface="Albert Sans"/>
              <a:buChar char="○"/>
              <a:defRPr sz="1000" u="none">
                <a:solidFill>
                  <a:schemeClr val="dk2"/>
                </a:solidFill>
              </a:defRPr>
            </a:lvl2pPr>
            <a:lvl3pPr marL="1371600" lvl="2" indent="-292100">
              <a:spcBef>
                <a:spcPts val="0"/>
              </a:spcBef>
              <a:spcAft>
                <a:spcPts val="0"/>
              </a:spcAft>
              <a:buClr>
                <a:schemeClr val="dk2"/>
              </a:buClr>
              <a:buSzPts val="1000"/>
              <a:buFont typeface="Albert Sans"/>
              <a:buChar char="■"/>
              <a:defRPr sz="1000" u="none">
                <a:solidFill>
                  <a:schemeClr val="dk2"/>
                </a:solidFill>
              </a:defRPr>
            </a:lvl3pPr>
            <a:lvl4pPr marL="1828800" lvl="3" indent="-292100">
              <a:spcBef>
                <a:spcPts val="0"/>
              </a:spcBef>
              <a:spcAft>
                <a:spcPts val="0"/>
              </a:spcAft>
              <a:buClr>
                <a:schemeClr val="dk2"/>
              </a:buClr>
              <a:buSzPts val="1000"/>
              <a:buFont typeface="Albert Sans"/>
              <a:buChar char="●"/>
              <a:defRPr sz="1000" u="none">
                <a:solidFill>
                  <a:schemeClr val="dk2"/>
                </a:solidFill>
              </a:defRPr>
            </a:lvl4pPr>
            <a:lvl5pPr marL="2286000" lvl="4" indent="-292100">
              <a:spcBef>
                <a:spcPts val="0"/>
              </a:spcBef>
              <a:spcAft>
                <a:spcPts val="0"/>
              </a:spcAft>
              <a:buClr>
                <a:schemeClr val="dk2"/>
              </a:buClr>
              <a:buSzPts val="1000"/>
              <a:buFont typeface="Albert Sans"/>
              <a:buChar char="○"/>
              <a:defRPr sz="1000" u="none">
                <a:solidFill>
                  <a:schemeClr val="dk2"/>
                </a:solidFill>
              </a:defRPr>
            </a:lvl5pPr>
            <a:lvl6pPr marL="2743200" lvl="5" indent="-292100">
              <a:spcBef>
                <a:spcPts val="0"/>
              </a:spcBef>
              <a:spcAft>
                <a:spcPts val="0"/>
              </a:spcAft>
              <a:buClr>
                <a:schemeClr val="dk2"/>
              </a:buClr>
              <a:buSzPts val="1000"/>
              <a:buFont typeface="Albert Sans"/>
              <a:buChar char="■"/>
              <a:defRPr sz="1000" u="none">
                <a:solidFill>
                  <a:schemeClr val="dk2"/>
                </a:solidFill>
              </a:defRPr>
            </a:lvl6pPr>
            <a:lvl7pPr marL="3200400" lvl="6" indent="-292100">
              <a:spcBef>
                <a:spcPts val="0"/>
              </a:spcBef>
              <a:spcAft>
                <a:spcPts val="0"/>
              </a:spcAft>
              <a:buClr>
                <a:schemeClr val="dk2"/>
              </a:buClr>
              <a:buSzPts val="1000"/>
              <a:buFont typeface="Albert Sans"/>
              <a:buChar char="●"/>
              <a:defRPr sz="1000" u="none">
                <a:solidFill>
                  <a:schemeClr val="dk2"/>
                </a:solidFill>
              </a:defRPr>
            </a:lvl7pPr>
            <a:lvl8pPr marL="3657600" lvl="7" indent="-292100">
              <a:spcBef>
                <a:spcPts val="0"/>
              </a:spcBef>
              <a:spcAft>
                <a:spcPts val="0"/>
              </a:spcAft>
              <a:buClr>
                <a:schemeClr val="dk2"/>
              </a:buClr>
              <a:buSzPts val="1000"/>
              <a:buFont typeface="Albert Sans"/>
              <a:buChar char="○"/>
              <a:defRPr sz="1000" u="none">
                <a:solidFill>
                  <a:schemeClr val="dk2"/>
                </a:solidFill>
              </a:defRPr>
            </a:lvl8pPr>
            <a:lvl9pPr marL="4114800" lvl="8" indent="-292100">
              <a:spcBef>
                <a:spcPts val="0"/>
              </a:spcBef>
              <a:spcAft>
                <a:spcPts val="0"/>
              </a:spcAft>
              <a:buClr>
                <a:schemeClr val="dk2"/>
              </a:buClr>
              <a:buSzPts val="1000"/>
              <a:buFont typeface="Albert Sans"/>
              <a:buChar char="■"/>
              <a:defRPr sz="1000" u="none">
                <a:solidFill>
                  <a:schemeClr val="dk2"/>
                </a:solidFill>
              </a:defRPr>
            </a:lvl9pPr>
          </a:lstStyle>
          <a:p>
            <a:endParaRPr/>
          </a:p>
        </p:txBody>
      </p:sp>
      <p:sp>
        <p:nvSpPr>
          <p:cNvPr id="263" name="Google Shape;263;p37"/>
          <p:cNvSpPr>
            <a:spLocks noGrp="1"/>
          </p:cNvSpPr>
          <p:nvPr>
            <p:ph type="pic" idx="23"/>
          </p:nvPr>
        </p:nvSpPr>
        <p:spPr>
          <a:xfrm>
            <a:off x="8596800" y="223475"/>
            <a:ext cx="318600" cy="318600"/>
          </a:xfrm>
          <a:prstGeom prst="ellipse">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wo Column Content">
  <p:cSld name="CUSTOM_15">
    <p:bg>
      <p:bgPr>
        <a:solidFill>
          <a:schemeClr val="lt1"/>
        </a:solidFill>
        <a:effectLst/>
      </p:bgPr>
    </p:bg>
    <p:spTree>
      <p:nvGrpSpPr>
        <p:cNvPr id="1" name="Shape 264"/>
        <p:cNvGrpSpPr/>
        <p:nvPr/>
      </p:nvGrpSpPr>
      <p:grpSpPr>
        <a:xfrm>
          <a:off x="0" y="0"/>
          <a:ext cx="0" cy="0"/>
          <a:chOff x="0" y="0"/>
          <a:chExt cx="0" cy="0"/>
        </a:xfrm>
      </p:grpSpPr>
      <p:sp>
        <p:nvSpPr>
          <p:cNvPr id="265" name="Google Shape;265;p38"/>
          <p:cNvSpPr/>
          <p:nvPr/>
        </p:nvSpPr>
        <p:spPr>
          <a:xfrm rot="5400000">
            <a:off x="4342200" y="341250"/>
            <a:ext cx="4914900" cy="4460100"/>
          </a:xfrm>
          <a:prstGeom prst="round2SameRect">
            <a:avLst>
              <a:gd name="adj1" fmla="val 3491"/>
              <a:gd name="adj2" fmla="val 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8"/>
          <p:cNvSpPr txBox="1">
            <a:spLocks noGrp="1"/>
          </p:cNvSpPr>
          <p:nvPr>
            <p:ph type="title"/>
          </p:nvPr>
        </p:nvSpPr>
        <p:spPr>
          <a:xfrm>
            <a:off x="932850" y="730375"/>
            <a:ext cx="3280800" cy="21033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1pPr>
            <a:lvl2pPr lvl="1">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2pPr>
            <a:lvl3pPr lvl="2">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3pPr>
            <a:lvl4pPr lvl="3">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4pPr>
            <a:lvl5pPr lvl="4">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5pPr>
            <a:lvl6pPr lvl="5">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6pPr>
            <a:lvl7pPr lvl="6">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7pPr>
            <a:lvl8pPr lvl="7">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8pPr>
            <a:lvl9pPr lvl="8">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9pPr>
          </a:lstStyle>
          <a:p>
            <a:endParaRPr/>
          </a:p>
        </p:txBody>
      </p:sp>
      <p:sp>
        <p:nvSpPr>
          <p:cNvPr id="267" name="Google Shape;267;p38"/>
          <p:cNvSpPr txBox="1">
            <a:spLocks noGrp="1"/>
          </p:cNvSpPr>
          <p:nvPr>
            <p:ph type="subTitle" idx="1"/>
          </p:nvPr>
        </p:nvSpPr>
        <p:spPr>
          <a:xfrm>
            <a:off x="5233275" y="763675"/>
            <a:ext cx="3503700" cy="3640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400"/>
              <a:buFont typeface="Nanum Myeongjo"/>
              <a:buNone/>
              <a:defRPr sz="2400" b="0">
                <a:solidFill>
                  <a:schemeClr val="dk2"/>
                </a:solidFill>
                <a:latin typeface="Nanum Myeongjo"/>
                <a:ea typeface="Nanum Myeongjo"/>
                <a:cs typeface="Nanum Myeongjo"/>
                <a:sym typeface="Nanum Myeongj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8" name="Google Shape;268;p38"/>
          <p:cNvSpPr txBox="1">
            <a:spLocks noGrp="1"/>
          </p:cNvSpPr>
          <p:nvPr>
            <p:ph type="subTitle" idx="2"/>
          </p:nvPr>
        </p:nvSpPr>
        <p:spPr>
          <a:xfrm>
            <a:off x="955350" y="2928709"/>
            <a:ext cx="2844900" cy="15687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400"/>
              <a:buNone/>
              <a:defRPr b="0">
                <a:solidFill>
                  <a:schemeClr val="dk2"/>
                </a:solidFill>
              </a:defRPr>
            </a:lvl1pPr>
            <a:lvl2pPr lvl="1">
              <a:spcBef>
                <a:spcPts val="0"/>
              </a:spcBef>
              <a:spcAft>
                <a:spcPts val="0"/>
              </a:spcAft>
              <a:buClr>
                <a:schemeClr val="dk2"/>
              </a:buClr>
              <a:buSzPts val="1400"/>
              <a:buFont typeface="Albert Sans"/>
              <a:buNone/>
              <a:defRPr>
                <a:solidFill>
                  <a:schemeClr val="dk2"/>
                </a:solidFill>
              </a:defRPr>
            </a:lvl2pPr>
            <a:lvl3pPr lvl="2">
              <a:spcBef>
                <a:spcPts val="0"/>
              </a:spcBef>
              <a:spcAft>
                <a:spcPts val="0"/>
              </a:spcAft>
              <a:buClr>
                <a:schemeClr val="dk2"/>
              </a:buClr>
              <a:buSzPts val="1400"/>
              <a:buFont typeface="Albert Sans"/>
              <a:buNone/>
              <a:defRPr>
                <a:solidFill>
                  <a:schemeClr val="dk2"/>
                </a:solidFill>
              </a:defRPr>
            </a:lvl3pPr>
            <a:lvl4pPr lvl="3">
              <a:spcBef>
                <a:spcPts val="0"/>
              </a:spcBef>
              <a:spcAft>
                <a:spcPts val="0"/>
              </a:spcAft>
              <a:buClr>
                <a:schemeClr val="dk2"/>
              </a:buClr>
              <a:buSzPts val="1400"/>
              <a:buFont typeface="Albert Sans"/>
              <a:buNone/>
              <a:defRPr>
                <a:solidFill>
                  <a:schemeClr val="dk2"/>
                </a:solidFill>
              </a:defRPr>
            </a:lvl4pPr>
            <a:lvl5pPr lvl="4">
              <a:spcBef>
                <a:spcPts val="0"/>
              </a:spcBef>
              <a:spcAft>
                <a:spcPts val="0"/>
              </a:spcAft>
              <a:buClr>
                <a:schemeClr val="dk2"/>
              </a:buClr>
              <a:buSzPts val="1400"/>
              <a:buFont typeface="Albert Sans"/>
              <a:buNone/>
              <a:defRPr>
                <a:solidFill>
                  <a:schemeClr val="dk2"/>
                </a:solidFill>
              </a:defRPr>
            </a:lvl5pPr>
            <a:lvl6pPr lvl="5">
              <a:spcBef>
                <a:spcPts val="0"/>
              </a:spcBef>
              <a:spcAft>
                <a:spcPts val="0"/>
              </a:spcAft>
              <a:buClr>
                <a:schemeClr val="dk2"/>
              </a:buClr>
              <a:buSzPts val="1400"/>
              <a:buFont typeface="Albert Sans"/>
              <a:buNone/>
              <a:defRPr>
                <a:solidFill>
                  <a:schemeClr val="dk2"/>
                </a:solidFill>
              </a:defRPr>
            </a:lvl6pPr>
            <a:lvl7pPr lvl="6">
              <a:spcBef>
                <a:spcPts val="0"/>
              </a:spcBef>
              <a:spcAft>
                <a:spcPts val="0"/>
              </a:spcAft>
              <a:buClr>
                <a:schemeClr val="dk2"/>
              </a:buClr>
              <a:buSzPts val="1400"/>
              <a:buFont typeface="Albert Sans"/>
              <a:buNone/>
              <a:defRPr>
                <a:solidFill>
                  <a:schemeClr val="dk2"/>
                </a:solidFill>
              </a:defRPr>
            </a:lvl7pPr>
            <a:lvl8pPr lvl="7">
              <a:spcBef>
                <a:spcPts val="0"/>
              </a:spcBef>
              <a:spcAft>
                <a:spcPts val="0"/>
              </a:spcAft>
              <a:buClr>
                <a:schemeClr val="dk2"/>
              </a:buClr>
              <a:buSzPts val="1400"/>
              <a:buFont typeface="Albert Sans"/>
              <a:buNone/>
              <a:defRPr>
                <a:solidFill>
                  <a:schemeClr val="dk2"/>
                </a:solidFill>
              </a:defRPr>
            </a:lvl8pPr>
            <a:lvl9pPr lvl="8">
              <a:spcBef>
                <a:spcPts val="0"/>
              </a:spcBef>
              <a:spcAft>
                <a:spcPts val="0"/>
              </a:spcAft>
              <a:buClr>
                <a:schemeClr val="dk2"/>
              </a:buClr>
              <a:buSzPts val="1400"/>
              <a:buFont typeface="Albert Sans"/>
              <a:buNone/>
              <a:defRPr>
                <a:solidFill>
                  <a:schemeClr val="dk2"/>
                </a:solidFill>
              </a:defRPr>
            </a:lvl9pPr>
          </a:lstStyle>
          <a:p>
            <a:endParaRPr/>
          </a:p>
        </p:txBody>
      </p:sp>
      <p:sp>
        <p:nvSpPr>
          <p:cNvPr id="269" name="Google Shape;269;p38"/>
          <p:cNvSpPr txBox="1">
            <a:spLocks noGrp="1"/>
          </p:cNvSpPr>
          <p:nvPr>
            <p:ph type="title" idx="3"/>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0" name="Google Shape;270;p38"/>
          <p:cNvSpPr>
            <a:spLocks noGrp="1"/>
          </p:cNvSpPr>
          <p:nvPr>
            <p:ph type="pic" idx="4"/>
          </p:nvPr>
        </p:nvSpPr>
        <p:spPr>
          <a:xfrm>
            <a:off x="8596800" y="223475"/>
            <a:ext cx="318600" cy="318600"/>
          </a:xfrm>
          <a:prstGeom prst="ellipse">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Mockup Phone + Desktop">
  <p:cSld name="CUSTOM_16">
    <p:bg>
      <p:bgPr>
        <a:solidFill>
          <a:schemeClr val="lt1"/>
        </a:solidFill>
        <a:effectLst/>
      </p:bgPr>
    </p:bg>
    <p:spTree>
      <p:nvGrpSpPr>
        <p:cNvPr id="1" name="Shape 271"/>
        <p:cNvGrpSpPr/>
        <p:nvPr/>
      </p:nvGrpSpPr>
      <p:grpSpPr>
        <a:xfrm>
          <a:off x="0" y="0"/>
          <a:ext cx="0" cy="0"/>
          <a:chOff x="0" y="0"/>
          <a:chExt cx="0" cy="0"/>
        </a:xfrm>
      </p:grpSpPr>
      <p:sp>
        <p:nvSpPr>
          <p:cNvPr id="272" name="Google Shape;272;p39"/>
          <p:cNvSpPr/>
          <p:nvPr/>
        </p:nvSpPr>
        <p:spPr>
          <a:xfrm rot="5400000">
            <a:off x="3618000" y="-382950"/>
            <a:ext cx="4914900" cy="5908500"/>
          </a:xfrm>
          <a:prstGeom prst="round2SameRect">
            <a:avLst>
              <a:gd name="adj1" fmla="val 3196"/>
              <a:gd name="adj2" fmla="val 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9"/>
          <p:cNvSpPr>
            <a:spLocks noGrp="1"/>
          </p:cNvSpPr>
          <p:nvPr>
            <p:ph type="pic" idx="2"/>
          </p:nvPr>
        </p:nvSpPr>
        <p:spPr>
          <a:xfrm>
            <a:off x="3768625" y="934850"/>
            <a:ext cx="4630500" cy="2606700"/>
          </a:xfrm>
          <a:prstGeom prst="roundRect">
            <a:avLst>
              <a:gd name="adj" fmla="val 1120"/>
            </a:avLst>
          </a:prstGeom>
          <a:noFill/>
          <a:ln w="76200" cap="flat" cmpd="sng">
            <a:solidFill>
              <a:schemeClr val="dk2"/>
            </a:solidFill>
            <a:prstDash val="solid"/>
            <a:round/>
            <a:headEnd type="none" w="sm" len="sm"/>
            <a:tailEnd type="none" w="sm" len="sm"/>
          </a:ln>
        </p:spPr>
      </p:sp>
      <p:sp>
        <p:nvSpPr>
          <p:cNvPr id="274" name="Google Shape;274;p39"/>
          <p:cNvSpPr>
            <a:spLocks noGrp="1"/>
          </p:cNvSpPr>
          <p:nvPr>
            <p:ph type="pic" idx="3"/>
          </p:nvPr>
        </p:nvSpPr>
        <p:spPr>
          <a:xfrm>
            <a:off x="812850" y="867000"/>
            <a:ext cx="1614000" cy="3409500"/>
          </a:xfrm>
          <a:prstGeom prst="roundRect">
            <a:avLst>
              <a:gd name="adj" fmla="val 8265"/>
            </a:avLst>
          </a:prstGeom>
          <a:noFill/>
          <a:ln w="76200" cap="flat" cmpd="sng">
            <a:solidFill>
              <a:schemeClr val="lt1"/>
            </a:solidFill>
            <a:prstDash val="solid"/>
            <a:round/>
            <a:headEnd type="none" w="sm" len="sm"/>
            <a:tailEnd type="none" w="sm" len="sm"/>
          </a:ln>
        </p:spPr>
      </p:sp>
      <p:sp>
        <p:nvSpPr>
          <p:cNvPr id="275" name="Google Shape;275;p39"/>
          <p:cNvSpPr txBox="1">
            <a:spLocks noGrp="1"/>
          </p:cNvSpPr>
          <p:nvPr>
            <p:ph type="title"/>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6" name="Google Shape;276;p39"/>
          <p:cNvSpPr>
            <a:spLocks noGrp="1"/>
          </p:cNvSpPr>
          <p:nvPr>
            <p:ph type="pic" idx="4"/>
          </p:nvPr>
        </p:nvSpPr>
        <p:spPr>
          <a:xfrm>
            <a:off x="8596800" y="223475"/>
            <a:ext cx="318600" cy="318600"/>
          </a:xfrm>
          <a:prstGeom prst="ellipse">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Mockup Desktop">
  <p:cSld name="CUSTOM_16_2">
    <p:bg>
      <p:bgPr>
        <a:solidFill>
          <a:schemeClr val="lt1"/>
        </a:solidFill>
        <a:effectLst/>
      </p:bgPr>
    </p:bg>
    <p:spTree>
      <p:nvGrpSpPr>
        <p:cNvPr id="1" name="Shape 277"/>
        <p:cNvGrpSpPr/>
        <p:nvPr/>
      </p:nvGrpSpPr>
      <p:grpSpPr>
        <a:xfrm>
          <a:off x="0" y="0"/>
          <a:ext cx="0" cy="0"/>
          <a:chOff x="0" y="0"/>
          <a:chExt cx="0" cy="0"/>
        </a:xfrm>
      </p:grpSpPr>
      <p:sp>
        <p:nvSpPr>
          <p:cNvPr id="278" name="Google Shape;278;p40"/>
          <p:cNvSpPr/>
          <p:nvPr/>
        </p:nvSpPr>
        <p:spPr>
          <a:xfrm rot="5400000">
            <a:off x="3618000" y="-382950"/>
            <a:ext cx="4914900" cy="5908500"/>
          </a:xfrm>
          <a:prstGeom prst="round2SameRect">
            <a:avLst>
              <a:gd name="adj1" fmla="val 3196"/>
              <a:gd name="adj2" fmla="val 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40"/>
          <p:cNvSpPr/>
          <p:nvPr/>
        </p:nvSpPr>
        <p:spPr>
          <a:xfrm rot="-5400000">
            <a:off x="-837600" y="1065750"/>
            <a:ext cx="4914900" cy="3011100"/>
          </a:xfrm>
          <a:prstGeom prst="round2SameRect">
            <a:avLst>
              <a:gd name="adj1" fmla="val 5256"/>
              <a:gd name="adj2" fmla="val 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40"/>
          <p:cNvSpPr>
            <a:spLocks noGrp="1"/>
          </p:cNvSpPr>
          <p:nvPr>
            <p:ph type="pic" idx="2"/>
          </p:nvPr>
        </p:nvSpPr>
        <p:spPr>
          <a:xfrm>
            <a:off x="8596800" y="223475"/>
            <a:ext cx="318600" cy="318600"/>
          </a:xfrm>
          <a:prstGeom prst="ellipse">
            <a:avLst/>
          </a:prstGeom>
          <a:noFill/>
          <a:ln>
            <a:noFill/>
          </a:ln>
        </p:spPr>
      </p:sp>
      <p:sp>
        <p:nvSpPr>
          <p:cNvPr id="281" name="Google Shape;281;p40"/>
          <p:cNvSpPr>
            <a:spLocks noGrp="1"/>
          </p:cNvSpPr>
          <p:nvPr>
            <p:ph type="pic" idx="3"/>
          </p:nvPr>
        </p:nvSpPr>
        <p:spPr>
          <a:xfrm>
            <a:off x="1931050" y="789375"/>
            <a:ext cx="5281800" cy="2973300"/>
          </a:xfrm>
          <a:prstGeom prst="roundRect">
            <a:avLst>
              <a:gd name="adj" fmla="val 1120"/>
            </a:avLst>
          </a:prstGeom>
          <a:noFill/>
          <a:ln w="76200" cap="flat" cmpd="sng">
            <a:solidFill>
              <a:schemeClr val="dk2"/>
            </a:solidFill>
            <a:prstDash val="solid"/>
            <a:round/>
            <a:headEnd type="none" w="sm" len="sm"/>
            <a:tailEnd type="none" w="sm" len="sm"/>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Mockup 3 Phone">
  <p:cSld name="CUSTOM_16_1">
    <p:bg>
      <p:bgPr>
        <a:solidFill>
          <a:schemeClr val="lt1"/>
        </a:solidFill>
        <a:effectLst/>
      </p:bgPr>
    </p:bg>
    <p:spTree>
      <p:nvGrpSpPr>
        <p:cNvPr id="1" name="Shape 282"/>
        <p:cNvGrpSpPr/>
        <p:nvPr/>
      </p:nvGrpSpPr>
      <p:grpSpPr>
        <a:xfrm>
          <a:off x="0" y="0"/>
          <a:ext cx="0" cy="0"/>
          <a:chOff x="0" y="0"/>
          <a:chExt cx="0" cy="0"/>
        </a:xfrm>
      </p:grpSpPr>
      <p:sp>
        <p:nvSpPr>
          <p:cNvPr id="283" name="Google Shape;283;p41"/>
          <p:cNvSpPr/>
          <p:nvPr/>
        </p:nvSpPr>
        <p:spPr>
          <a:xfrm rot="5400000">
            <a:off x="3618000" y="-382950"/>
            <a:ext cx="4914900" cy="5908500"/>
          </a:xfrm>
          <a:prstGeom prst="round2SameRect">
            <a:avLst>
              <a:gd name="adj1" fmla="val 3196"/>
              <a:gd name="adj2" fmla="val 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41"/>
          <p:cNvSpPr/>
          <p:nvPr/>
        </p:nvSpPr>
        <p:spPr>
          <a:xfrm rot="-5400000">
            <a:off x="-837600" y="1065750"/>
            <a:ext cx="4914900" cy="3011100"/>
          </a:xfrm>
          <a:prstGeom prst="round2SameRect">
            <a:avLst>
              <a:gd name="adj1" fmla="val 5256"/>
              <a:gd name="adj2" fmla="val 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41"/>
          <p:cNvSpPr>
            <a:spLocks noGrp="1"/>
          </p:cNvSpPr>
          <p:nvPr>
            <p:ph type="pic" idx="2"/>
          </p:nvPr>
        </p:nvSpPr>
        <p:spPr>
          <a:xfrm>
            <a:off x="812850" y="867000"/>
            <a:ext cx="1614000" cy="3409500"/>
          </a:xfrm>
          <a:prstGeom prst="roundRect">
            <a:avLst>
              <a:gd name="adj" fmla="val 8265"/>
            </a:avLst>
          </a:prstGeom>
          <a:noFill/>
          <a:ln w="76200" cap="flat" cmpd="sng">
            <a:solidFill>
              <a:schemeClr val="lt1"/>
            </a:solidFill>
            <a:prstDash val="solid"/>
            <a:round/>
            <a:headEnd type="none" w="sm" len="sm"/>
            <a:tailEnd type="none" w="sm" len="sm"/>
          </a:ln>
        </p:spPr>
      </p:sp>
      <p:sp>
        <p:nvSpPr>
          <p:cNvPr id="286" name="Google Shape;286;p41"/>
          <p:cNvSpPr>
            <a:spLocks noGrp="1"/>
          </p:cNvSpPr>
          <p:nvPr>
            <p:ph type="pic" idx="3"/>
          </p:nvPr>
        </p:nvSpPr>
        <p:spPr>
          <a:xfrm>
            <a:off x="8596800" y="223475"/>
            <a:ext cx="318600" cy="318600"/>
          </a:xfrm>
          <a:prstGeom prst="ellipse">
            <a:avLst/>
          </a:prstGeom>
          <a:noFill/>
          <a:ln>
            <a:noFill/>
          </a:ln>
        </p:spPr>
      </p:sp>
      <p:sp>
        <p:nvSpPr>
          <p:cNvPr id="287" name="Google Shape;287;p41"/>
          <p:cNvSpPr>
            <a:spLocks noGrp="1"/>
          </p:cNvSpPr>
          <p:nvPr>
            <p:ph type="pic" idx="4"/>
          </p:nvPr>
        </p:nvSpPr>
        <p:spPr>
          <a:xfrm>
            <a:off x="3765000" y="867000"/>
            <a:ext cx="1614000" cy="3409500"/>
          </a:xfrm>
          <a:prstGeom prst="roundRect">
            <a:avLst>
              <a:gd name="adj" fmla="val 8265"/>
            </a:avLst>
          </a:prstGeom>
          <a:noFill/>
          <a:ln w="76200" cap="flat" cmpd="sng">
            <a:solidFill>
              <a:schemeClr val="lt1"/>
            </a:solidFill>
            <a:prstDash val="solid"/>
            <a:round/>
            <a:headEnd type="none" w="sm" len="sm"/>
            <a:tailEnd type="none" w="sm" len="sm"/>
          </a:ln>
        </p:spPr>
      </p:sp>
      <p:sp>
        <p:nvSpPr>
          <p:cNvPr id="288" name="Google Shape;288;p41"/>
          <p:cNvSpPr>
            <a:spLocks noGrp="1"/>
          </p:cNvSpPr>
          <p:nvPr>
            <p:ph type="pic" idx="5"/>
          </p:nvPr>
        </p:nvSpPr>
        <p:spPr>
          <a:xfrm>
            <a:off x="6717150" y="867000"/>
            <a:ext cx="1614000" cy="3409500"/>
          </a:xfrm>
          <a:prstGeom prst="roundRect">
            <a:avLst>
              <a:gd name="adj" fmla="val 8265"/>
            </a:avLst>
          </a:prstGeom>
          <a:noFill/>
          <a:ln w="76200" cap="flat" cmpd="sng">
            <a:solidFill>
              <a:schemeClr val="lt1"/>
            </a:solidFill>
            <a:prstDash val="solid"/>
            <a:round/>
            <a:headEnd type="none" w="sm" len="sm"/>
            <a:tailEnd type="none" w="sm" len="sm"/>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Mockup Tablet">
  <p:cSld name="CUSTOM_16_2_1">
    <p:bg>
      <p:bgPr>
        <a:solidFill>
          <a:schemeClr val="lt1"/>
        </a:solidFill>
        <a:effectLst/>
      </p:bgPr>
    </p:bg>
    <p:spTree>
      <p:nvGrpSpPr>
        <p:cNvPr id="1" name="Shape 289"/>
        <p:cNvGrpSpPr/>
        <p:nvPr/>
      </p:nvGrpSpPr>
      <p:grpSpPr>
        <a:xfrm>
          <a:off x="0" y="0"/>
          <a:ext cx="0" cy="0"/>
          <a:chOff x="0" y="0"/>
          <a:chExt cx="0" cy="0"/>
        </a:xfrm>
      </p:grpSpPr>
      <p:sp>
        <p:nvSpPr>
          <p:cNvPr id="290" name="Google Shape;290;p42"/>
          <p:cNvSpPr/>
          <p:nvPr/>
        </p:nvSpPr>
        <p:spPr>
          <a:xfrm rot="5400000">
            <a:off x="3618000" y="-382950"/>
            <a:ext cx="4914900" cy="5908500"/>
          </a:xfrm>
          <a:prstGeom prst="round2SameRect">
            <a:avLst>
              <a:gd name="adj1" fmla="val 3196"/>
              <a:gd name="adj2" fmla="val 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42"/>
          <p:cNvSpPr/>
          <p:nvPr/>
        </p:nvSpPr>
        <p:spPr>
          <a:xfrm rot="-5400000">
            <a:off x="-837600" y="1065750"/>
            <a:ext cx="4914900" cy="3011100"/>
          </a:xfrm>
          <a:prstGeom prst="round2SameRect">
            <a:avLst>
              <a:gd name="adj1" fmla="val 5256"/>
              <a:gd name="adj2" fmla="val 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42"/>
          <p:cNvSpPr>
            <a:spLocks noGrp="1"/>
          </p:cNvSpPr>
          <p:nvPr>
            <p:ph type="pic" idx="2"/>
          </p:nvPr>
        </p:nvSpPr>
        <p:spPr>
          <a:xfrm>
            <a:off x="8596800" y="223475"/>
            <a:ext cx="318600" cy="318600"/>
          </a:xfrm>
          <a:prstGeom prst="ellipse">
            <a:avLst/>
          </a:prstGeom>
          <a:noFill/>
          <a:ln>
            <a:noFill/>
          </a:ln>
        </p:spPr>
      </p:sp>
      <p:sp>
        <p:nvSpPr>
          <p:cNvPr id="293" name="Google Shape;293;p42"/>
          <p:cNvSpPr>
            <a:spLocks noGrp="1"/>
          </p:cNvSpPr>
          <p:nvPr>
            <p:ph type="pic" idx="3"/>
          </p:nvPr>
        </p:nvSpPr>
        <p:spPr>
          <a:xfrm>
            <a:off x="1988050" y="627575"/>
            <a:ext cx="5167800" cy="3888300"/>
          </a:xfrm>
          <a:prstGeom prst="roundRect">
            <a:avLst>
              <a:gd name="adj" fmla="val 4099"/>
            </a:avLst>
          </a:prstGeom>
          <a:noFill/>
          <a:ln w="76200" cap="flat" cmpd="sng">
            <a:solidFill>
              <a:schemeClr val="dk2"/>
            </a:solidFill>
            <a:prstDash val="solid"/>
            <a:round/>
            <a:headEnd type="none" w="sm" len="sm"/>
            <a:tailEnd type="none" w="sm" len="sm"/>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Mockups Phone + Tablet">
  <p:cSld name="CUSTOM_16_1_1">
    <p:bg>
      <p:bgPr>
        <a:solidFill>
          <a:schemeClr val="lt1"/>
        </a:solidFill>
        <a:effectLst/>
      </p:bgPr>
    </p:bg>
    <p:spTree>
      <p:nvGrpSpPr>
        <p:cNvPr id="1" name="Shape 294"/>
        <p:cNvGrpSpPr/>
        <p:nvPr/>
      </p:nvGrpSpPr>
      <p:grpSpPr>
        <a:xfrm>
          <a:off x="0" y="0"/>
          <a:ext cx="0" cy="0"/>
          <a:chOff x="0" y="0"/>
          <a:chExt cx="0" cy="0"/>
        </a:xfrm>
      </p:grpSpPr>
      <p:sp>
        <p:nvSpPr>
          <p:cNvPr id="295" name="Google Shape;295;p43"/>
          <p:cNvSpPr>
            <a:spLocks noGrp="1"/>
          </p:cNvSpPr>
          <p:nvPr>
            <p:ph type="pic" idx="2"/>
          </p:nvPr>
        </p:nvSpPr>
        <p:spPr>
          <a:xfrm>
            <a:off x="812850" y="867000"/>
            <a:ext cx="1614000" cy="3409500"/>
          </a:xfrm>
          <a:prstGeom prst="roundRect">
            <a:avLst>
              <a:gd name="adj" fmla="val 8265"/>
            </a:avLst>
          </a:prstGeom>
          <a:noFill/>
          <a:ln w="76200" cap="flat" cmpd="sng">
            <a:solidFill>
              <a:schemeClr val="lt1"/>
            </a:solidFill>
            <a:prstDash val="solid"/>
            <a:round/>
            <a:headEnd type="none" w="sm" len="sm"/>
            <a:tailEnd type="none" w="sm" len="sm"/>
          </a:ln>
        </p:spPr>
      </p:sp>
      <p:sp>
        <p:nvSpPr>
          <p:cNvPr id="296" name="Google Shape;296;p43"/>
          <p:cNvSpPr txBox="1">
            <a:spLocks noGrp="1"/>
          </p:cNvSpPr>
          <p:nvPr>
            <p:ph type="title"/>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7" name="Google Shape;297;p43"/>
          <p:cNvSpPr>
            <a:spLocks noGrp="1"/>
          </p:cNvSpPr>
          <p:nvPr>
            <p:ph type="pic" idx="3"/>
          </p:nvPr>
        </p:nvSpPr>
        <p:spPr>
          <a:xfrm>
            <a:off x="8596800" y="223475"/>
            <a:ext cx="318600" cy="318600"/>
          </a:xfrm>
          <a:prstGeom prst="ellipse">
            <a:avLst/>
          </a:prstGeom>
          <a:noFill/>
          <a:ln>
            <a:noFill/>
          </a:ln>
        </p:spPr>
      </p:sp>
      <p:sp>
        <p:nvSpPr>
          <p:cNvPr id="298" name="Google Shape;298;p43"/>
          <p:cNvSpPr>
            <a:spLocks noGrp="1"/>
          </p:cNvSpPr>
          <p:nvPr>
            <p:ph type="pic" idx="4"/>
          </p:nvPr>
        </p:nvSpPr>
        <p:spPr>
          <a:xfrm>
            <a:off x="3874125" y="866550"/>
            <a:ext cx="4531500" cy="3409500"/>
          </a:xfrm>
          <a:prstGeom prst="roundRect">
            <a:avLst>
              <a:gd name="adj" fmla="val 4099"/>
            </a:avLst>
          </a:prstGeom>
          <a:noFill/>
          <a:ln w="76200" cap="flat" cmpd="sng">
            <a:solidFill>
              <a:schemeClr val="dk2"/>
            </a:solidFill>
            <a:prstDash val="solid"/>
            <a:round/>
            <a:headEnd type="none" w="sm" len="sm"/>
            <a:tailEnd type="none" w="sm" len="sm"/>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meline">
  <p:cSld name="CUSTOM_17">
    <p:bg>
      <p:bgPr>
        <a:solidFill>
          <a:schemeClr val="lt1"/>
        </a:solidFill>
        <a:effectLst/>
      </p:bgPr>
    </p:bg>
    <p:spTree>
      <p:nvGrpSpPr>
        <p:cNvPr id="1" name="Shape 299"/>
        <p:cNvGrpSpPr/>
        <p:nvPr/>
      </p:nvGrpSpPr>
      <p:grpSpPr>
        <a:xfrm>
          <a:off x="0" y="0"/>
          <a:ext cx="0" cy="0"/>
          <a:chOff x="0" y="0"/>
          <a:chExt cx="0" cy="0"/>
        </a:xfrm>
      </p:grpSpPr>
      <p:sp>
        <p:nvSpPr>
          <p:cNvPr id="300" name="Google Shape;300;p44"/>
          <p:cNvSpPr txBox="1">
            <a:spLocks noGrp="1"/>
          </p:cNvSpPr>
          <p:nvPr>
            <p:ph type="title"/>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44"/>
          <p:cNvSpPr txBox="1">
            <a:spLocks noGrp="1"/>
          </p:cNvSpPr>
          <p:nvPr>
            <p:ph type="subTitle" idx="1"/>
          </p:nvPr>
        </p:nvSpPr>
        <p:spPr>
          <a:xfrm>
            <a:off x="440281" y="763675"/>
            <a:ext cx="2070300" cy="3640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400"/>
              <a:buFont typeface="Nanum Myeongjo"/>
              <a:buNone/>
              <a:defRPr sz="2400" b="0">
                <a:solidFill>
                  <a:schemeClr val="dk2"/>
                </a:solidFill>
                <a:latin typeface="Nanum Myeongjo"/>
                <a:ea typeface="Nanum Myeongjo"/>
                <a:cs typeface="Nanum Myeongjo"/>
                <a:sym typeface="Nanum Myeongj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2" name="Google Shape;302;p44"/>
          <p:cNvSpPr txBox="1"/>
          <p:nvPr/>
        </p:nvSpPr>
        <p:spPr>
          <a:xfrm>
            <a:off x="871975" y="114300"/>
            <a:ext cx="1385400" cy="819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1200"/>
              </a:spcAft>
              <a:buNone/>
            </a:pPr>
            <a:r>
              <a:rPr lang="en" b="1">
                <a:solidFill>
                  <a:schemeClr val="accent4"/>
                </a:solidFill>
                <a:latin typeface="Albert Sans"/>
                <a:ea typeface="Albert Sans"/>
                <a:cs typeface="Albert Sans"/>
                <a:sym typeface="Albert Sans"/>
              </a:rPr>
              <a:t>Future Focused</a:t>
            </a:r>
            <a:endParaRPr b="1">
              <a:solidFill>
                <a:schemeClr val="accent4"/>
              </a:solidFill>
              <a:latin typeface="Albert Sans"/>
              <a:ea typeface="Albert Sans"/>
              <a:cs typeface="Albert Sans"/>
              <a:sym typeface="Albert Sans"/>
            </a:endParaRPr>
          </a:p>
        </p:txBody>
      </p:sp>
      <p:sp>
        <p:nvSpPr>
          <p:cNvPr id="303" name="Google Shape;303;p44"/>
          <p:cNvSpPr txBox="1">
            <a:spLocks noGrp="1"/>
          </p:cNvSpPr>
          <p:nvPr>
            <p:ph type="subTitle" idx="2"/>
          </p:nvPr>
        </p:nvSpPr>
        <p:spPr>
          <a:xfrm>
            <a:off x="580888" y="3286575"/>
            <a:ext cx="1757100" cy="11898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None/>
              <a:defRPr sz="1000" b="0">
                <a:solidFill>
                  <a:schemeClr val="dk2"/>
                </a:solidFill>
              </a:defRPr>
            </a:lvl1pPr>
            <a:lvl2pPr lvl="1">
              <a:spcBef>
                <a:spcPts val="0"/>
              </a:spcBef>
              <a:spcAft>
                <a:spcPts val="0"/>
              </a:spcAft>
              <a:buClr>
                <a:schemeClr val="dk2"/>
              </a:buClr>
              <a:buSzPts val="1400"/>
              <a:buFont typeface="Albert Sans"/>
              <a:buNone/>
              <a:defRPr>
                <a:solidFill>
                  <a:schemeClr val="dk2"/>
                </a:solidFill>
              </a:defRPr>
            </a:lvl2pPr>
            <a:lvl3pPr lvl="2">
              <a:spcBef>
                <a:spcPts val="0"/>
              </a:spcBef>
              <a:spcAft>
                <a:spcPts val="0"/>
              </a:spcAft>
              <a:buClr>
                <a:schemeClr val="dk2"/>
              </a:buClr>
              <a:buSzPts val="1400"/>
              <a:buFont typeface="Albert Sans"/>
              <a:buNone/>
              <a:defRPr>
                <a:solidFill>
                  <a:schemeClr val="dk2"/>
                </a:solidFill>
              </a:defRPr>
            </a:lvl3pPr>
            <a:lvl4pPr lvl="3">
              <a:spcBef>
                <a:spcPts val="0"/>
              </a:spcBef>
              <a:spcAft>
                <a:spcPts val="0"/>
              </a:spcAft>
              <a:buClr>
                <a:schemeClr val="dk2"/>
              </a:buClr>
              <a:buSzPts val="1400"/>
              <a:buFont typeface="Albert Sans"/>
              <a:buNone/>
              <a:defRPr>
                <a:solidFill>
                  <a:schemeClr val="dk2"/>
                </a:solidFill>
              </a:defRPr>
            </a:lvl4pPr>
            <a:lvl5pPr lvl="4">
              <a:spcBef>
                <a:spcPts val="0"/>
              </a:spcBef>
              <a:spcAft>
                <a:spcPts val="0"/>
              </a:spcAft>
              <a:buClr>
                <a:schemeClr val="dk2"/>
              </a:buClr>
              <a:buSzPts val="1400"/>
              <a:buFont typeface="Albert Sans"/>
              <a:buNone/>
              <a:defRPr>
                <a:solidFill>
                  <a:schemeClr val="dk2"/>
                </a:solidFill>
              </a:defRPr>
            </a:lvl5pPr>
            <a:lvl6pPr lvl="5">
              <a:spcBef>
                <a:spcPts val="0"/>
              </a:spcBef>
              <a:spcAft>
                <a:spcPts val="0"/>
              </a:spcAft>
              <a:buClr>
                <a:schemeClr val="dk2"/>
              </a:buClr>
              <a:buSzPts val="1400"/>
              <a:buFont typeface="Albert Sans"/>
              <a:buNone/>
              <a:defRPr>
                <a:solidFill>
                  <a:schemeClr val="dk2"/>
                </a:solidFill>
              </a:defRPr>
            </a:lvl6pPr>
            <a:lvl7pPr lvl="6">
              <a:spcBef>
                <a:spcPts val="0"/>
              </a:spcBef>
              <a:spcAft>
                <a:spcPts val="0"/>
              </a:spcAft>
              <a:buClr>
                <a:schemeClr val="dk2"/>
              </a:buClr>
              <a:buSzPts val="1400"/>
              <a:buFont typeface="Albert Sans"/>
              <a:buNone/>
              <a:defRPr>
                <a:solidFill>
                  <a:schemeClr val="dk2"/>
                </a:solidFill>
              </a:defRPr>
            </a:lvl7pPr>
            <a:lvl8pPr lvl="7">
              <a:spcBef>
                <a:spcPts val="0"/>
              </a:spcBef>
              <a:spcAft>
                <a:spcPts val="0"/>
              </a:spcAft>
              <a:buClr>
                <a:schemeClr val="dk2"/>
              </a:buClr>
              <a:buSzPts val="1400"/>
              <a:buFont typeface="Albert Sans"/>
              <a:buNone/>
              <a:defRPr>
                <a:solidFill>
                  <a:schemeClr val="dk2"/>
                </a:solidFill>
              </a:defRPr>
            </a:lvl8pPr>
            <a:lvl9pPr lvl="8">
              <a:spcBef>
                <a:spcPts val="0"/>
              </a:spcBef>
              <a:spcAft>
                <a:spcPts val="0"/>
              </a:spcAft>
              <a:buClr>
                <a:schemeClr val="dk2"/>
              </a:buClr>
              <a:buSzPts val="1400"/>
              <a:buFont typeface="Albert Sans"/>
              <a:buNone/>
              <a:defRPr>
                <a:solidFill>
                  <a:schemeClr val="dk2"/>
                </a:solidFill>
              </a:defRPr>
            </a:lvl9pPr>
          </a:lstStyle>
          <a:p>
            <a:endParaRPr/>
          </a:p>
        </p:txBody>
      </p:sp>
      <p:sp>
        <p:nvSpPr>
          <p:cNvPr id="304" name="Google Shape;304;p44"/>
          <p:cNvSpPr txBox="1">
            <a:spLocks noGrp="1"/>
          </p:cNvSpPr>
          <p:nvPr>
            <p:ph type="title" idx="3"/>
          </p:nvPr>
        </p:nvSpPr>
        <p:spPr>
          <a:xfrm>
            <a:off x="440281" y="327150"/>
            <a:ext cx="2009100" cy="13254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400"/>
              <a:buFont typeface="Albert Sans"/>
              <a:buNone/>
              <a:defRPr sz="1400" b="1">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Large Pullquote">
  <p:cSld name="CUSTOM_18">
    <p:bg>
      <p:bgPr>
        <a:solidFill>
          <a:schemeClr val="accent2"/>
        </a:solidFill>
        <a:effectLst/>
      </p:bgPr>
    </p:bg>
    <p:spTree>
      <p:nvGrpSpPr>
        <p:cNvPr id="1" name="Shape 305"/>
        <p:cNvGrpSpPr/>
        <p:nvPr/>
      </p:nvGrpSpPr>
      <p:grpSpPr>
        <a:xfrm>
          <a:off x="0" y="0"/>
          <a:ext cx="0" cy="0"/>
          <a:chOff x="0" y="0"/>
          <a:chExt cx="0" cy="0"/>
        </a:xfrm>
      </p:grpSpPr>
      <p:sp>
        <p:nvSpPr>
          <p:cNvPr id="306" name="Google Shape;306;p45"/>
          <p:cNvSpPr txBox="1">
            <a:spLocks noGrp="1"/>
          </p:cNvSpPr>
          <p:nvPr>
            <p:ph type="subTitle" idx="1"/>
          </p:nvPr>
        </p:nvSpPr>
        <p:spPr>
          <a:xfrm>
            <a:off x="821950" y="763675"/>
            <a:ext cx="2070300" cy="3640500"/>
          </a:xfrm>
          <a:prstGeom prst="rect">
            <a:avLst/>
          </a:prstGeom>
        </p:spPr>
        <p:txBody>
          <a:bodyPr spcFirstLastPara="1" wrap="square" lIns="91425" tIns="91425" rIns="91425" bIns="91425" anchor="t" anchorCtr="0">
            <a:noAutofit/>
          </a:bodyPr>
          <a:lstStyle>
            <a:lvl1pPr lvl="0">
              <a:spcBef>
                <a:spcPts val="0"/>
              </a:spcBef>
              <a:spcAft>
                <a:spcPts val="0"/>
              </a:spcAft>
              <a:buSzPts val="2400"/>
              <a:buFont typeface="Nanum Myeongjo"/>
              <a:buNone/>
              <a:defRPr sz="2400">
                <a:latin typeface="Nanum Myeongjo"/>
                <a:ea typeface="Nanum Myeongjo"/>
                <a:cs typeface="Nanum Myeongjo"/>
                <a:sym typeface="Nanum Myeongj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7" name="Google Shape;307;p45"/>
          <p:cNvSpPr/>
          <p:nvPr/>
        </p:nvSpPr>
        <p:spPr>
          <a:xfrm>
            <a:off x="114300" y="114300"/>
            <a:ext cx="8915400" cy="4914900"/>
          </a:xfrm>
          <a:prstGeom prst="roundRect">
            <a:avLst>
              <a:gd name="adj" fmla="val 330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45"/>
          <p:cNvSpPr txBox="1">
            <a:spLocks noGrp="1"/>
          </p:cNvSpPr>
          <p:nvPr>
            <p:ph type="subTitle" idx="2"/>
          </p:nvPr>
        </p:nvSpPr>
        <p:spPr>
          <a:xfrm>
            <a:off x="1062075" y="763675"/>
            <a:ext cx="7025400" cy="3640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3600"/>
              <a:buFont typeface="Nanum Myeongjo"/>
              <a:buNone/>
              <a:defRPr sz="3600" b="0">
                <a:solidFill>
                  <a:schemeClr val="dk2"/>
                </a:solidFill>
                <a:latin typeface="Nanum Myeongjo"/>
                <a:ea typeface="Nanum Myeongjo"/>
                <a:cs typeface="Nanum Myeongjo"/>
                <a:sym typeface="Nanum Myeongjo"/>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309" name="Google Shape;309;p45"/>
          <p:cNvSpPr txBox="1">
            <a:spLocks noGrp="1"/>
          </p:cNvSpPr>
          <p:nvPr>
            <p:ph type="title"/>
          </p:nvPr>
        </p:nvSpPr>
        <p:spPr>
          <a:xfrm>
            <a:off x="7158725" y="4563900"/>
            <a:ext cx="1354500" cy="393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0" name="Google Shape;310;p45"/>
          <p:cNvSpPr>
            <a:spLocks noGrp="1"/>
          </p:cNvSpPr>
          <p:nvPr>
            <p:ph type="pic" idx="3"/>
          </p:nvPr>
        </p:nvSpPr>
        <p:spPr>
          <a:xfrm>
            <a:off x="8596800" y="223475"/>
            <a:ext cx="318600" cy="318600"/>
          </a:xfrm>
          <a:prstGeom prst="ellipse">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slide">
  <p:cSld name="TITLE_4">
    <p:spTree>
      <p:nvGrpSpPr>
        <p:cNvPr id="1" name="Shape 311"/>
        <p:cNvGrpSpPr/>
        <p:nvPr/>
      </p:nvGrpSpPr>
      <p:grpSpPr>
        <a:xfrm>
          <a:off x="0" y="0"/>
          <a:ext cx="0" cy="0"/>
          <a:chOff x="0" y="0"/>
          <a:chExt cx="0" cy="0"/>
        </a:xfrm>
      </p:grpSpPr>
      <p:sp>
        <p:nvSpPr>
          <p:cNvPr id="312" name="Google Shape;312;p46"/>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313" name="Google Shape;313;p46"/>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
        <p:nvSpPr>
          <p:cNvPr id="314" name="Google Shape;314;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315"/>
        <p:cNvGrpSpPr/>
        <p:nvPr/>
      </p:nvGrpSpPr>
      <p:grpSpPr>
        <a:xfrm>
          <a:off x="0" y="0"/>
          <a:ext cx="0" cy="0"/>
          <a:chOff x="0" y="0"/>
          <a:chExt cx="0" cy="0"/>
        </a:xfrm>
      </p:grpSpPr>
      <p:sp>
        <p:nvSpPr>
          <p:cNvPr id="316" name="Google Shape;316;p4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17" name="Google Shape;317;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body">
  <p:cSld name="TITLE_AND_BODY_1">
    <p:spTree>
      <p:nvGrpSpPr>
        <p:cNvPr id="1" name="Shape 318"/>
        <p:cNvGrpSpPr/>
        <p:nvPr/>
      </p:nvGrpSpPr>
      <p:grpSpPr>
        <a:xfrm>
          <a:off x="0" y="0"/>
          <a:ext cx="0" cy="0"/>
          <a:chOff x="0" y="0"/>
          <a:chExt cx="0" cy="0"/>
        </a:xfrm>
      </p:grpSpPr>
      <p:sp>
        <p:nvSpPr>
          <p:cNvPr id="319" name="Google Shape;319;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0" name="Google Shape;320;p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21" name="Google Shape;321;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_1">
    <p:spTree>
      <p:nvGrpSpPr>
        <p:cNvPr id="1" name="Shape 322"/>
        <p:cNvGrpSpPr/>
        <p:nvPr/>
      </p:nvGrpSpPr>
      <p:grpSpPr>
        <a:xfrm>
          <a:off x="0" y="0"/>
          <a:ext cx="0" cy="0"/>
          <a:chOff x="0" y="0"/>
          <a:chExt cx="0" cy="0"/>
        </a:xfrm>
      </p:grpSpPr>
      <p:sp>
        <p:nvSpPr>
          <p:cNvPr id="323" name="Google Shape;323;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4" name="Google Shape;324;p49"/>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5" name="Google Shape;325;p49"/>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6" name="Google Shape;326;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327"/>
        <p:cNvGrpSpPr/>
        <p:nvPr/>
      </p:nvGrpSpPr>
      <p:grpSpPr>
        <a:xfrm>
          <a:off x="0" y="0"/>
          <a:ext cx="0" cy="0"/>
          <a:chOff x="0" y="0"/>
          <a:chExt cx="0" cy="0"/>
        </a:xfrm>
      </p:grpSpPr>
      <p:sp>
        <p:nvSpPr>
          <p:cNvPr id="328" name="Google Shape;328;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9" name="Google Shape;329;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One column text">
  <p:cSld name="ONE_COLUMN_TEXT_1">
    <p:spTree>
      <p:nvGrpSpPr>
        <p:cNvPr id="1" name="Shape 330"/>
        <p:cNvGrpSpPr/>
        <p:nvPr/>
      </p:nvGrpSpPr>
      <p:grpSpPr>
        <a:xfrm>
          <a:off x="0" y="0"/>
          <a:ext cx="0" cy="0"/>
          <a:chOff x="0" y="0"/>
          <a:chExt cx="0" cy="0"/>
        </a:xfrm>
      </p:grpSpPr>
      <p:sp>
        <p:nvSpPr>
          <p:cNvPr id="331" name="Google Shape;331;p51"/>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32" name="Google Shape;332;p51"/>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3" name="Google Shape;333;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Main point">
  <p:cSld name="MAIN_POINT_1">
    <p:spTree>
      <p:nvGrpSpPr>
        <p:cNvPr id="1" name="Shape 334"/>
        <p:cNvGrpSpPr/>
        <p:nvPr/>
      </p:nvGrpSpPr>
      <p:grpSpPr>
        <a:xfrm>
          <a:off x="0" y="0"/>
          <a:ext cx="0" cy="0"/>
          <a:chOff x="0" y="0"/>
          <a:chExt cx="0" cy="0"/>
        </a:xfrm>
      </p:grpSpPr>
      <p:sp>
        <p:nvSpPr>
          <p:cNvPr id="335" name="Google Shape;335;p52"/>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36" name="Google Shape;336;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_1">
    <p:spTree>
      <p:nvGrpSpPr>
        <p:cNvPr id="1" name="Shape 337"/>
        <p:cNvGrpSpPr/>
        <p:nvPr/>
      </p:nvGrpSpPr>
      <p:grpSpPr>
        <a:xfrm>
          <a:off x="0" y="0"/>
          <a:ext cx="0" cy="0"/>
          <a:chOff x="0" y="0"/>
          <a:chExt cx="0" cy="0"/>
        </a:xfrm>
      </p:grpSpPr>
      <p:sp>
        <p:nvSpPr>
          <p:cNvPr id="338" name="Google Shape;338;p5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53"/>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40" name="Google Shape;340;p53"/>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341" name="Google Shape;341;p53"/>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17500">
              <a:spcBef>
                <a:spcPts val="0"/>
              </a:spcBef>
              <a:spcAft>
                <a:spcPts val="0"/>
              </a:spcAft>
              <a:buClr>
                <a:schemeClr val="dk1"/>
              </a:buClr>
              <a:buSzPts val="1400"/>
              <a:buChar char="●"/>
              <a:defRPr>
                <a:solidFill>
                  <a:schemeClr val="dk1"/>
                </a:solidFill>
              </a:defRPr>
            </a:lvl1pPr>
            <a:lvl2pPr marL="914400" lvl="1" indent="-317500">
              <a:spcBef>
                <a:spcPts val="0"/>
              </a:spcBef>
              <a:spcAft>
                <a:spcPts val="0"/>
              </a:spcAft>
              <a:buClr>
                <a:schemeClr val="dk1"/>
              </a:buClr>
              <a:buSzPts val="1400"/>
              <a:buChar char="○"/>
              <a:defRPr>
                <a:solidFill>
                  <a:schemeClr val="dk1"/>
                </a:solidFill>
              </a:defRPr>
            </a:lvl2pPr>
            <a:lvl3pPr marL="1371600" lvl="2" indent="-317500">
              <a:spcBef>
                <a:spcPts val="0"/>
              </a:spcBef>
              <a:spcAft>
                <a:spcPts val="0"/>
              </a:spcAft>
              <a:buClr>
                <a:schemeClr val="dk1"/>
              </a:buClr>
              <a:buSzPts val="1400"/>
              <a:buChar char="■"/>
              <a:defRPr>
                <a:solidFill>
                  <a:schemeClr val="dk1"/>
                </a:solidFill>
              </a:defRPr>
            </a:lvl3pPr>
            <a:lvl4pPr marL="1828800" lvl="3" indent="-317500">
              <a:spcBef>
                <a:spcPts val="0"/>
              </a:spcBef>
              <a:spcAft>
                <a:spcPts val="0"/>
              </a:spcAft>
              <a:buClr>
                <a:schemeClr val="dk1"/>
              </a:buClr>
              <a:buSzPts val="1400"/>
              <a:buChar char="●"/>
              <a:defRPr>
                <a:solidFill>
                  <a:schemeClr val="dk1"/>
                </a:solidFill>
              </a:defRPr>
            </a:lvl4pPr>
            <a:lvl5pPr marL="2286000" lvl="4" indent="-317500">
              <a:spcBef>
                <a:spcPts val="0"/>
              </a:spcBef>
              <a:spcAft>
                <a:spcPts val="0"/>
              </a:spcAft>
              <a:buClr>
                <a:schemeClr val="dk1"/>
              </a:buClr>
              <a:buSzPts val="1400"/>
              <a:buChar char="○"/>
              <a:defRPr>
                <a:solidFill>
                  <a:schemeClr val="dk1"/>
                </a:solidFill>
              </a:defRPr>
            </a:lvl5pPr>
            <a:lvl6pPr marL="2743200" lvl="5" indent="-317500">
              <a:spcBef>
                <a:spcPts val="0"/>
              </a:spcBef>
              <a:spcAft>
                <a:spcPts val="0"/>
              </a:spcAft>
              <a:buClr>
                <a:schemeClr val="dk1"/>
              </a:buClr>
              <a:buSzPts val="1400"/>
              <a:buChar char="■"/>
              <a:defRPr>
                <a:solidFill>
                  <a:schemeClr val="dk1"/>
                </a:solidFill>
              </a:defRPr>
            </a:lvl6pPr>
            <a:lvl7pPr marL="3200400" lvl="6" indent="-317500">
              <a:spcBef>
                <a:spcPts val="0"/>
              </a:spcBef>
              <a:spcAft>
                <a:spcPts val="0"/>
              </a:spcAft>
              <a:buClr>
                <a:schemeClr val="dk1"/>
              </a:buClr>
              <a:buSzPts val="1400"/>
              <a:buChar char="●"/>
              <a:defRPr>
                <a:solidFill>
                  <a:schemeClr val="dk1"/>
                </a:solidFill>
              </a:defRPr>
            </a:lvl7pPr>
            <a:lvl8pPr marL="3657600" lvl="7" indent="-317500">
              <a:spcBef>
                <a:spcPts val="0"/>
              </a:spcBef>
              <a:spcAft>
                <a:spcPts val="0"/>
              </a:spcAft>
              <a:buClr>
                <a:schemeClr val="dk1"/>
              </a:buClr>
              <a:buSzPts val="1400"/>
              <a:buChar char="○"/>
              <a:defRPr>
                <a:solidFill>
                  <a:schemeClr val="dk1"/>
                </a:solidFill>
              </a:defRPr>
            </a:lvl8pPr>
            <a:lvl9pPr marL="4114800" lvl="8" indent="-317500">
              <a:spcBef>
                <a:spcPts val="0"/>
              </a:spcBef>
              <a:spcAft>
                <a:spcPts val="0"/>
              </a:spcAft>
              <a:buClr>
                <a:schemeClr val="dk1"/>
              </a:buClr>
              <a:buSzPts val="1400"/>
              <a:buChar char="■"/>
              <a:defRPr>
                <a:solidFill>
                  <a:schemeClr val="dk1"/>
                </a:solidFill>
              </a:defRPr>
            </a:lvl9pPr>
          </a:lstStyle>
          <a:p>
            <a:endParaRPr/>
          </a:p>
        </p:txBody>
      </p:sp>
      <p:sp>
        <p:nvSpPr>
          <p:cNvPr id="342" name="Google Shape;342;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Caption">
  <p:cSld name="CAPTION_ONLY_1">
    <p:spTree>
      <p:nvGrpSpPr>
        <p:cNvPr id="1" name="Shape 343"/>
        <p:cNvGrpSpPr/>
        <p:nvPr/>
      </p:nvGrpSpPr>
      <p:grpSpPr>
        <a:xfrm>
          <a:off x="0" y="0"/>
          <a:ext cx="0" cy="0"/>
          <a:chOff x="0" y="0"/>
          <a:chExt cx="0" cy="0"/>
        </a:xfrm>
      </p:grpSpPr>
      <p:sp>
        <p:nvSpPr>
          <p:cNvPr id="344" name="Google Shape;344;p54"/>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400"/>
              <a:buNone/>
              <a:defRPr/>
            </a:lvl1pPr>
          </a:lstStyle>
          <a:p>
            <a:endParaRPr/>
          </a:p>
        </p:txBody>
      </p:sp>
      <p:sp>
        <p:nvSpPr>
          <p:cNvPr id="345" name="Google Shape;345;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ig number">
  <p:cSld name="BIG_NUMBER_1">
    <p:spTree>
      <p:nvGrpSpPr>
        <p:cNvPr id="1" name="Shape 346"/>
        <p:cNvGrpSpPr/>
        <p:nvPr/>
      </p:nvGrpSpPr>
      <p:grpSpPr>
        <a:xfrm>
          <a:off x="0" y="0"/>
          <a:ext cx="0" cy="0"/>
          <a:chOff x="0" y="0"/>
          <a:chExt cx="0" cy="0"/>
        </a:xfrm>
      </p:grpSpPr>
      <p:sp>
        <p:nvSpPr>
          <p:cNvPr id="347" name="Google Shape;347;p55"/>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48" name="Google Shape;348;p55"/>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349" name="Google Shape;349;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50"/>
        <p:cNvGrpSpPr/>
        <p:nvPr/>
      </p:nvGrpSpPr>
      <p:grpSpPr>
        <a:xfrm>
          <a:off x="0" y="0"/>
          <a:ext cx="0" cy="0"/>
          <a:chOff x="0" y="0"/>
          <a:chExt cx="0" cy="0"/>
        </a:xfrm>
      </p:grpSpPr>
      <p:sp>
        <p:nvSpPr>
          <p:cNvPr id="351" name="Google Shape;351;p5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Agenda">
  <p:cSld name="CUSTOM_7_1">
    <p:spTree>
      <p:nvGrpSpPr>
        <p:cNvPr id="1" name="Shape 352"/>
        <p:cNvGrpSpPr/>
        <p:nvPr/>
      </p:nvGrpSpPr>
      <p:grpSpPr>
        <a:xfrm>
          <a:off x="0" y="0"/>
          <a:ext cx="0" cy="0"/>
          <a:chOff x="0" y="0"/>
          <a:chExt cx="0" cy="0"/>
        </a:xfrm>
      </p:grpSpPr>
      <p:sp>
        <p:nvSpPr>
          <p:cNvPr id="353" name="Google Shape;353;p57"/>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4" name="Google Shape;354;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355" name="Google Shape;355;p57"/>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56" name="Google Shape;356;p57"/>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57" name="Google Shape;357;p57"/>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58" name="Google Shape;358;p57"/>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59" name="Google Shape;359;p57"/>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0" name="Google Shape;360;p57"/>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body and image">
  <p:cSld name="CUSTOM_8_1_1">
    <p:spTree>
      <p:nvGrpSpPr>
        <p:cNvPr id="1" name="Shape 361"/>
        <p:cNvGrpSpPr/>
        <p:nvPr/>
      </p:nvGrpSpPr>
      <p:grpSpPr>
        <a:xfrm>
          <a:off x="0" y="0"/>
          <a:ext cx="0" cy="0"/>
          <a:chOff x="0" y="0"/>
          <a:chExt cx="0" cy="0"/>
        </a:xfrm>
      </p:grpSpPr>
      <p:sp>
        <p:nvSpPr>
          <p:cNvPr id="362" name="Google Shape;362;p5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3" name="Google Shape;363;p58"/>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64" name="Google Shape;364;p58"/>
          <p:cNvSpPr>
            <a:spLocks noGrp="1"/>
          </p:cNvSpPr>
          <p:nvPr>
            <p:ph type="pic" idx="2"/>
          </p:nvPr>
        </p:nvSpPr>
        <p:spPr>
          <a:xfrm>
            <a:off x="4992024" y="1152775"/>
            <a:ext cx="3840300" cy="3416400"/>
          </a:xfrm>
          <a:prstGeom prst="rect">
            <a:avLst/>
          </a:prstGeom>
          <a:noFill/>
          <a:ln>
            <a:noFill/>
          </a:ln>
        </p:spPr>
      </p:sp>
      <p:sp>
        <p:nvSpPr>
          <p:cNvPr id="365" name="Google Shape;365;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wo big ideas">
  <p:cSld name="CUSTOM_1_1">
    <p:spTree>
      <p:nvGrpSpPr>
        <p:cNvPr id="1" name="Shape 366"/>
        <p:cNvGrpSpPr/>
        <p:nvPr/>
      </p:nvGrpSpPr>
      <p:grpSpPr>
        <a:xfrm>
          <a:off x="0" y="0"/>
          <a:ext cx="0" cy="0"/>
          <a:chOff x="0" y="0"/>
          <a:chExt cx="0" cy="0"/>
        </a:xfrm>
      </p:grpSpPr>
      <p:sp>
        <p:nvSpPr>
          <p:cNvPr id="367" name="Google Shape;367;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368" name="Google Shape;368;p59"/>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69" name="Google Shape;369;p59"/>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0" name="Google Shape;370;p59"/>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1" name="Google Shape;371;p59"/>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72" name="Google Shape;372;p59"/>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hree big ideas">
  <p:cSld name="CUSTOM_2_2">
    <p:spTree>
      <p:nvGrpSpPr>
        <p:cNvPr id="1" name="Shape 373"/>
        <p:cNvGrpSpPr/>
        <p:nvPr/>
      </p:nvGrpSpPr>
      <p:grpSpPr>
        <a:xfrm>
          <a:off x="0" y="0"/>
          <a:ext cx="0" cy="0"/>
          <a:chOff x="0" y="0"/>
          <a:chExt cx="0" cy="0"/>
        </a:xfrm>
      </p:grpSpPr>
      <p:sp>
        <p:nvSpPr>
          <p:cNvPr id="374" name="Google Shape;374;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375" name="Google Shape;375;p60"/>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6" name="Google Shape;376;p60"/>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7" name="Google Shape;377;p60"/>
          <p:cNvSpPr txBox="1">
            <a:spLocks noGrp="1"/>
          </p:cNvSpPr>
          <p:nvPr>
            <p:ph type="body" idx="3"/>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8" name="Google Shape;378;p60"/>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79" name="Google Shape;379;p60"/>
          <p:cNvSpPr txBox="1">
            <a:spLocks noGrp="1"/>
          </p:cNvSpPr>
          <p:nvPr>
            <p:ph type="subTitle" idx="4"/>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80" name="Google Shape;380;p60"/>
          <p:cNvSpPr txBox="1">
            <a:spLocks noGrp="1"/>
          </p:cNvSpPr>
          <p:nvPr>
            <p:ph type="subTitle" idx="5"/>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81" name="Google Shape;381;p60"/>
          <p:cNvSpPr txBox="1">
            <a:spLocks noGrp="1"/>
          </p:cNvSpPr>
          <p:nvPr>
            <p:ph type="subTitle" idx="6"/>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Four big ideas">
  <p:cSld name="CUSTOM_3_1_1">
    <p:spTree>
      <p:nvGrpSpPr>
        <p:cNvPr id="1" name="Shape 382"/>
        <p:cNvGrpSpPr/>
        <p:nvPr/>
      </p:nvGrpSpPr>
      <p:grpSpPr>
        <a:xfrm>
          <a:off x="0" y="0"/>
          <a:ext cx="0" cy="0"/>
          <a:chOff x="0" y="0"/>
          <a:chExt cx="0" cy="0"/>
        </a:xfrm>
      </p:grpSpPr>
      <p:sp>
        <p:nvSpPr>
          <p:cNvPr id="383" name="Google Shape;383;p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384" name="Google Shape;384;p61"/>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85" name="Google Shape;385;p61"/>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86" name="Google Shape;386;p61"/>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87" name="Google Shape;387;p61"/>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88" name="Google Shape;388;p61"/>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89" name="Google Shape;389;p61"/>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90" name="Google Shape;390;p61"/>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91" name="Google Shape;391;p61"/>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92" name="Google Shape;392;p61"/>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image">
  <p:cSld name="TITLE_ONLY_1_1">
    <p:spTree>
      <p:nvGrpSpPr>
        <p:cNvPr id="1" name="Shape 393"/>
        <p:cNvGrpSpPr/>
        <p:nvPr/>
      </p:nvGrpSpPr>
      <p:grpSpPr>
        <a:xfrm>
          <a:off x="0" y="0"/>
          <a:ext cx="0" cy="0"/>
          <a:chOff x="0" y="0"/>
          <a:chExt cx="0" cy="0"/>
        </a:xfrm>
      </p:grpSpPr>
      <p:sp>
        <p:nvSpPr>
          <p:cNvPr id="394" name="Google Shape;394;p6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5" name="Google Shape;395;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396" name="Google Shape;396;p62"/>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wo storyboards">
  <p:cSld name="CUSTOM_4_1_1">
    <p:spTree>
      <p:nvGrpSpPr>
        <p:cNvPr id="1" name="Shape 397"/>
        <p:cNvGrpSpPr/>
        <p:nvPr/>
      </p:nvGrpSpPr>
      <p:grpSpPr>
        <a:xfrm>
          <a:off x="0" y="0"/>
          <a:ext cx="0" cy="0"/>
          <a:chOff x="0" y="0"/>
          <a:chExt cx="0" cy="0"/>
        </a:xfrm>
      </p:grpSpPr>
      <p:sp>
        <p:nvSpPr>
          <p:cNvPr id="398" name="Google Shape;398;p63"/>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99" name="Google Shape;399;p63"/>
          <p:cNvSpPr>
            <a:spLocks noGrp="1"/>
          </p:cNvSpPr>
          <p:nvPr>
            <p:ph type="pic" idx="2"/>
          </p:nvPr>
        </p:nvSpPr>
        <p:spPr>
          <a:xfrm>
            <a:off x="4804825" y="1133300"/>
            <a:ext cx="4027500" cy="2392800"/>
          </a:xfrm>
          <a:prstGeom prst="rect">
            <a:avLst/>
          </a:prstGeom>
          <a:noFill/>
          <a:ln>
            <a:noFill/>
          </a:ln>
        </p:spPr>
      </p:sp>
      <p:sp>
        <p:nvSpPr>
          <p:cNvPr id="400" name="Google Shape;400;p63"/>
          <p:cNvSpPr>
            <a:spLocks noGrp="1"/>
          </p:cNvSpPr>
          <p:nvPr>
            <p:ph type="pic" idx="3"/>
          </p:nvPr>
        </p:nvSpPr>
        <p:spPr>
          <a:xfrm>
            <a:off x="311725" y="1133300"/>
            <a:ext cx="4027500" cy="2392800"/>
          </a:xfrm>
          <a:prstGeom prst="rect">
            <a:avLst/>
          </a:prstGeom>
          <a:noFill/>
          <a:ln>
            <a:noFill/>
          </a:ln>
        </p:spPr>
      </p:sp>
      <p:sp>
        <p:nvSpPr>
          <p:cNvPr id="401" name="Google Shape;401;p63"/>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02" name="Google Shape;402;p6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403" name="Google Shape;403;p6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4" name="Google Shape;404;p63"/>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05" name="Google Shape;405;p63"/>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hree storyboards">
  <p:cSld name="CUSTOM_4_1_1_1">
    <p:spTree>
      <p:nvGrpSpPr>
        <p:cNvPr id="1" name="Shape 406"/>
        <p:cNvGrpSpPr/>
        <p:nvPr/>
      </p:nvGrpSpPr>
      <p:grpSpPr>
        <a:xfrm>
          <a:off x="0" y="0"/>
          <a:ext cx="0" cy="0"/>
          <a:chOff x="0" y="0"/>
          <a:chExt cx="0" cy="0"/>
        </a:xfrm>
      </p:grpSpPr>
      <p:sp>
        <p:nvSpPr>
          <p:cNvPr id="407" name="Google Shape;407;p64"/>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08" name="Google Shape;408;p64"/>
          <p:cNvSpPr>
            <a:spLocks noGrp="1"/>
          </p:cNvSpPr>
          <p:nvPr>
            <p:ph type="pic" idx="2"/>
          </p:nvPr>
        </p:nvSpPr>
        <p:spPr>
          <a:xfrm>
            <a:off x="6205225" y="1128325"/>
            <a:ext cx="2627100" cy="2273100"/>
          </a:xfrm>
          <a:prstGeom prst="rect">
            <a:avLst/>
          </a:prstGeom>
          <a:noFill/>
          <a:ln>
            <a:noFill/>
          </a:ln>
        </p:spPr>
      </p:sp>
      <p:sp>
        <p:nvSpPr>
          <p:cNvPr id="409" name="Google Shape;409;p64"/>
          <p:cNvSpPr>
            <a:spLocks noGrp="1"/>
          </p:cNvSpPr>
          <p:nvPr>
            <p:ph type="pic" idx="3"/>
          </p:nvPr>
        </p:nvSpPr>
        <p:spPr>
          <a:xfrm>
            <a:off x="311725" y="1128325"/>
            <a:ext cx="2627100" cy="2273100"/>
          </a:xfrm>
          <a:prstGeom prst="rect">
            <a:avLst/>
          </a:prstGeom>
          <a:noFill/>
          <a:ln>
            <a:noFill/>
          </a:ln>
        </p:spPr>
      </p:sp>
      <p:sp>
        <p:nvSpPr>
          <p:cNvPr id="410" name="Google Shape;410;p64"/>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1" name="Google Shape;411;p64"/>
          <p:cNvSpPr>
            <a:spLocks noGrp="1"/>
          </p:cNvSpPr>
          <p:nvPr>
            <p:ph type="pic" idx="5"/>
          </p:nvPr>
        </p:nvSpPr>
        <p:spPr>
          <a:xfrm>
            <a:off x="3255250" y="1128325"/>
            <a:ext cx="2627100" cy="2273100"/>
          </a:xfrm>
          <a:prstGeom prst="rect">
            <a:avLst/>
          </a:prstGeom>
          <a:noFill/>
          <a:ln>
            <a:noFill/>
          </a:ln>
        </p:spPr>
      </p:sp>
      <p:sp>
        <p:nvSpPr>
          <p:cNvPr id="412" name="Google Shape;412;p64"/>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3" name="Google Shape;413;p6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414" name="Google Shape;414;p6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5" name="Google Shape;415;p64"/>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16" name="Google Shape;416;p64"/>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17" name="Google Shape;417;p64"/>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Image only">
  <p:cSld name="CUSTOM_5_1_2">
    <p:spTree>
      <p:nvGrpSpPr>
        <p:cNvPr id="1" name="Shape 418"/>
        <p:cNvGrpSpPr/>
        <p:nvPr/>
      </p:nvGrpSpPr>
      <p:grpSpPr>
        <a:xfrm>
          <a:off x="0" y="0"/>
          <a:ext cx="0" cy="0"/>
          <a:chOff x="0" y="0"/>
          <a:chExt cx="0" cy="0"/>
        </a:xfrm>
      </p:grpSpPr>
      <p:sp>
        <p:nvSpPr>
          <p:cNvPr id="419" name="Google Shape;419;p65"/>
          <p:cNvSpPr>
            <a:spLocks noGrp="1"/>
          </p:cNvSpPr>
          <p:nvPr>
            <p:ph type="pic" idx="2"/>
          </p:nvPr>
        </p:nvSpPr>
        <p:spPr>
          <a:xfrm>
            <a:off x="311700" y="445025"/>
            <a:ext cx="8520600" cy="4218300"/>
          </a:xfrm>
          <a:prstGeom prst="rect">
            <a:avLst/>
          </a:prstGeom>
          <a:noFill/>
          <a:ln>
            <a:noFill/>
          </a:ln>
        </p:spPr>
      </p:sp>
      <p:sp>
        <p:nvSpPr>
          <p:cNvPr id="420" name="Google Shape;420;p6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Image grid">
  <p:cSld name="CUSTOM_6_1">
    <p:spTree>
      <p:nvGrpSpPr>
        <p:cNvPr id="1" name="Shape 421"/>
        <p:cNvGrpSpPr/>
        <p:nvPr/>
      </p:nvGrpSpPr>
      <p:grpSpPr>
        <a:xfrm>
          <a:off x="0" y="0"/>
          <a:ext cx="0" cy="0"/>
          <a:chOff x="0" y="0"/>
          <a:chExt cx="0" cy="0"/>
        </a:xfrm>
      </p:grpSpPr>
      <p:sp>
        <p:nvSpPr>
          <p:cNvPr id="422" name="Google Shape;422;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423" name="Google Shape;423;p66"/>
          <p:cNvSpPr>
            <a:spLocks noGrp="1"/>
          </p:cNvSpPr>
          <p:nvPr>
            <p:ph type="pic" idx="2"/>
          </p:nvPr>
        </p:nvSpPr>
        <p:spPr>
          <a:xfrm>
            <a:off x="3389600" y="118913"/>
            <a:ext cx="1643700" cy="1535100"/>
          </a:xfrm>
          <a:prstGeom prst="rect">
            <a:avLst/>
          </a:prstGeom>
          <a:noFill/>
          <a:ln>
            <a:noFill/>
          </a:ln>
        </p:spPr>
      </p:sp>
      <p:sp>
        <p:nvSpPr>
          <p:cNvPr id="424" name="Google Shape;424;p66"/>
          <p:cNvSpPr>
            <a:spLocks noGrp="1"/>
          </p:cNvSpPr>
          <p:nvPr>
            <p:ph type="pic" idx="3"/>
          </p:nvPr>
        </p:nvSpPr>
        <p:spPr>
          <a:xfrm>
            <a:off x="5195935" y="118913"/>
            <a:ext cx="1643700" cy="1535100"/>
          </a:xfrm>
          <a:prstGeom prst="rect">
            <a:avLst/>
          </a:prstGeom>
          <a:noFill/>
          <a:ln>
            <a:noFill/>
          </a:ln>
        </p:spPr>
      </p:sp>
      <p:sp>
        <p:nvSpPr>
          <p:cNvPr id="425" name="Google Shape;425;p66"/>
          <p:cNvSpPr>
            <a:spLocks noGrp="1"/>
          </p:cNvSpPr>
          <p:nvPr>
            <p:ph type="pic" idx="4"/>
          </p:nvPr>
        </p:nvSpPr>
        <p:spPr>
          <a:xfrm>
            <a:off x="7002270" y="118913"/>
            <a:ext cx="1643700" cy="1535100"/>
          </a:xfrm>
          <a:prstGeom prst="rect">
            <a:avLst/>
          </a:prstGeom>
          <a:noFill/>
          <a:ln>
            <a:noFill/>
          </a:ln>
        </p:spPr>
      </p:sp>
      <p:sp>
        <p:nvSpPr>
          <p:cNvPr id="426" name="Google Shape;426;p66"/>
          <p:cNvSpPr>
            <a:spLocks noGrp="1"/>
          </p:cNvSpPr>
          <p:nvPr>
            <p:ph type="pic" idx="5"/>
          </p:nvPr>
        </p:nvSpPr>
        <p:spPr>
          <a:xfrm>
            <a:off x="3389588" y="1804212"/>
            <a:ext cx="1643700" cy="1535100"/>
          </a:xfrm>
          <a:prstGeom prst="rect">
            <a:avLst/>
          </a:prstGeom>
          <a:noFill/>
          <a:ln>
            <a:noFill/>
          </a:ln>
        </p:spPr>
      </p:sp>
      <p:sp>
        <p:nvSpPr>
          <p:cNvPr id="427" name="Google Shape;427;p66"/>
          <p:cNvSpPr>
            <a:spLocks noGrp="1"/>
          </p:cNvSpPr>
          <p:nvPr>
            <p:ph type="pic" idx="6"/>
          </p:nvPr>
        </p:nvSpPr>
        <p:spPr>
          <a:xfrm>
            <a:off x="5195922" y="1804212"/>
            <a:ext cx="1643700" cy="1535100"/>
          </a:xfrm>
          <a:prstGeom prst="rect">
            <a:avLst/>
          </a:prstGeom>
          <a:noFill/>
          <a:ln>
            <a:noFill/>
          </a:ln>
        </p:spPr>
      </p:sp>
      <p:sp>
        <p:nvSpPr>
          <p:cNvPr id="428" name="Google Shape;428;p66"/>
          <p:cNvSpPr>
            <a:spLocks noGrp="1"/>
          </p:cNvSpPr>
          <p:nvPr>
            <p:ph type="pic" idx="7"/>
          </p:nvPr>
        </p:nvSpPr>
        <p:spPr>
          <a:xfrm>
            <a:off x="7002257" y="1804212"/>
            <a:ext cx="1643700" cy="1535100"/>
          </a:xfrm>
          <a:prstGeom prst="rect">
            <a:avLst/>
          </a:prstGeom>
          <a:noFill/>
          <a:ln>
            <a:noFill/>
          </a:ln>
        </p:spPr>
      </p:sp>
      <p:sp>
        <p:nvSpPr>
          <p:cNvPr id="429" name="Google Shape;429;p66"/>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0" name="Google Shape;430;p66"/>
          <p:cNvSpPr>
            <a:spLocks noGrp="1"/>
          </p:cNvSpPr>
          <p:nvPr>
            <p:ph type="pic" idx="8"/>
          </p:nvPr>
        </p:nvSpPr>
        <p:spPr>
          <a:xfrm>
            <a:off x="3389588" y="3489487"/>
            <a:ext cx="1643700" cy="1535100"/>
          </a:xfrm>
          <a:prstGeom prst="rect">
            <a:avLst/>
          </a:prstGeom>
          <a:noFill/>
          <a:ln>
            <a:noFill/>
          </a:ln>
        </p:spPr>
      </p:sp>
      <p:sp>
        <p:nvSpPr>
          <p:cNvPr id="431" name="Google Shape;431;p66"/>
          <p:cNvSpPr>
            <a:spLocks noGrp="1"/>
          </p:cNvSpPr>
          <p:nvPr>
            <p:ph type="pic" idx="9"/>
          </p:nvPr>
        </p:nvSpPr>
        <p:spPr>
          <a:xfrm>
            <a:off x="5195922" y="3489487"/>
            <a:ext cx="1643700" cy="1535100"/>
          </a:xfrm>
          <a:prstGeom prst="rect">
            <a:avLst/>
          </a:prstGeom>
          <a:noFill/>
          <a:ln>
            <a:noFill/>
          </a:ln>
        </p:spPr>
      </p:sp>
      <p:sp>
        <p:nvSpPr>
          <p:cNvPr id="432" name="Google Shape;432;p66"/>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81"/>
        <p:cNvGrpSpPr/>
        <p:nvPr/>
      </p:nvGrpSpPr>
      <p:grpSpPr>
        <a:xfrm>
          <a:off x="0" y="0"/>
          <a:ext cx="0" cy="0"/>
          <a:chOff x="0" y="0"/>
          <a:chExt cx="0" cy="0"/>
        </a:xfrm>
      </p:grpSpPr>
      <p:sp>
        <p:nvSpPr>
          <p:cNvPr id="82" name="Google Shape;82;p13"/>
          <p:cNvSpPr txBox="1">
            <a:spLocks noGrp="1"/>
          </p:cNvSpPr>
          <p:nvPr>
            <p:ph type="title"/>
          </p:nvPr>
        </p:nvSpPr>
        <p:spPr>
          <a:xfrm>
            <a:off x="347550" y="425875"/>
            <a:ext cx="2916300" cy="12885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400"/>
              <a:buFont typeface="Nanum Myeongjo"/>
              <a:buNone/>
              <a:defRPr sz="2400">
                <a:solidFill>
                  <a:schemeClr val="lt1"/>
                </a:solidFill>
                <a:latin typeface="Nanum Myeongjo"/>
                <a:ea typeface="Nanum Myeongjo"/>
                <a:cs typeface="Nanum Myeongjo"/>
                <a:sym typeface="Nanum Myeongjo"/>
              </a:defRPr>
            </a:lvl1pPr>
            <a:lvl2pPr lvl="1">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2pPr>
            <a:lvl3pPr lvl="2">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3pPr>
            <a:lvl4pPr lvl="3">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4pPr>
            <a:lvl5pPr lvl="4">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5pPr>
            <a:lvl6pPr lvl="5">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6pPr>
            <a:lvl7pPr lvl="6">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7pPr>
            <a:lvl8pPr lvl="7">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8pPr>
            <a:lvl9pPr lvl="8">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9pPr>
          </a:lstStyle>
          <a:p>
            <a:endParaRPr/>
          </a:p>
        </p:txBody>
      </p:sp>
      <p:sp>
        <p:nvSpPr>
          <p:cNvPr id="83" name="Google Shape;83;p13"/>
          <p:cNvSpPr txBox="1">
            <a:spLocks noGrp="1"/>
          </p:cNvSpPr>
          <p:nvPr>
            <p:ph type="body" idx="1"/>
          </p:nvPr>
        </p:nvSpPr>
        <p:spPr>
          <a:xfrm>
            <a:off x="347550" y="1714375"/>
            <a:ext cx="5780700" cy="29163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1pPr>
            <a:lvl2pPr marL="914400" lvl="1" indent="-3175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2pPr>
            <a:lvl3pPr marL="1371600" lvl="2" indent="-3175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3pPr>
            <a:lvl4pPr marL="1828800" lvl="3" indent="-3175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4pPr>
            <a:lvl5pPr marL="2286000" lvl="4" indent="-3175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5pPr>
            <a:lvl6pPr marL="2743200" lvl="5" indent="-3175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6pPr>
            <a:lvl7pPr marL="3200400" lvl="6" indent="-3175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7pPr>
            <a:lvl8pPr marL="3657600" lvl="7" indent="-3175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8pPr>
            <a:lvl9pPr marL="4114800" lvl="8" indent="-3175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19">
          <p15:clr>
            <a:srgbClr val="E46962"/>
          </p15:clr>
        </p15:guide>
        <p15:guide id="2" pos="593">
          <p15:clr>
            <a:srgbClr val="E46962"/>
          </p15:clr>
        </p15:guide>
        <p15:guide id="3" pos="669">
          <p15:clr>
            <a:srgbClr val="E46962"/>
          </p15:clr>
        </p15:guide>
        <p15:guide id="4" pos="1044">
          <p15:clr>
            <a:srgbClr val="E46962"/>
          </p15:clr>
        </p15:guide>
        <p15:guide id="5" pos="1119">
          <p15:clr>
            <a:srgbClr val="E46962"/>
          </p15:clr>
        </p15:guide>
        <p15:guide id="6" pos="1494">
          <p15:clr>
            <a:srgbClr val="E46962"/>
          </p15:clr>
        </p15:guide>
        <p15:guide id="7" pos="1569">
          <p15:clr>
            <a:srgbClr val="E46962"/>
          </p15:clr>
        </p15:guide>
        <p15:guide id="8" pos="1944">
          <p15:clr>
            <a:srgbClr val="E46962"/>
          </p15:clr>
        </p15:guide>
        <p15:guide id="9" pos="2019">
          <p15:clr>
            <a:srgbClr val="E46962"/>
          </p15:clr>
        </p15:guide>
        <p15:guide id="10" pos="2394">
          <p15:clr>
            <a:srgbClr val="E46962"/>
          </p15:clr>
        </p15:guide>
        <p15:guide id="11" pos="2469">
          <p15:clr>
            <a:srgbClr val="E46962"/>
          </p15:clr>
        </p15:guide>
        <p15:guide id="12" pos="2844">
          <p15:clr>
            <a:srgbClr val="E46962"/>
          </p15:clr>
        </p15:guide>
        <p15:guide id="13" pos="2919">
          <p15:clr>
            <a:srgbClr val="E46962"/>
          </p15:clr>
        </p15:guide>
        <p15:guide id="14" pos="3294">
          <p15:clr>
            <a:srgbClr val="E46962"/>
          </p15:clr>
        </p15:guide>
        <p15:guide id="15" pos="3370">
          <p15:clr>
            <a:srgbClr val="E46962"/>
          </p15:clr>
        </p15:guide>
        <p15:guide id="16" pos="3744">
          <p15:clr>
            <a:srgbClr val="E46962"/>
          </p15:clr>
        </p15:guide>
        <p15:guide id="17" pos="3820">
          <p15:clr>
            <a:srgbClr val="E46962"/>
          </p15:clr>
        </p15:guide>
        <p15:guide id="18" pos="4194">
          <p15:clr>
            <a:srgbClr val="E46962"/>
          </p15:clr>
        </p15:guide>
        <p15:guide id="19" pos="4270">
          <p15:clr>
            <a:srgbClr val="E46962"/>
          </p15:clr>
        </p15:guide>
        <p15:guide id="20" pos="4644">
          <p15:clr>
            <a:srgbClr val="E46962"/>
          </p15:clr>
        </p15:guide>
        <p15:guide id="21" pos="4720">
          <p15:clr>
            <a:srgbClr val="E46962"/>
          </p15:clr>
        </p15:guide>
        <p15:guide id="22" pos="5094">
          <p15:clr>
            <a:srgbClr val="E46962"/>
          </p15:clr>
        </p15:guide>
        <p15:guide id="23" pos="5170">
          <p15:clr>
            <a:srgbClr val="E46962"/>
          </p15:clr>
        </p15:guide>
        <p15:guide id="24" pos="5544">
          <p15:clr>
            <a:srgbClr val="E46962"/>
          </p15:clr>
        </p15:guide>
        <p15:guide id="25" orient="horz" pos="141">
          <p15:clr>
            <a:srgbClr val="E46962"/>
          </p15:clr>
        </p15:guide>
        <p15:guide id="26" orient="horz" pos="3099">
          <p15:clr>
            <a:srgbClr val="E46962"/>
          </p15:clr>
        </p15:guide>
        <p15:guide id="27" pos="144">
          <p15:clr>
            <a:srgbClr val="E46962"/>
          </p15:clr>
        </p15:guide>
        <p15:guide id="28" pos="5616">
          <p15:clr>
            <a:srgbClr val="E46962"/>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pic>
        <p:nvPicPr>
          <p:cNvPr id="437" name="Google Shape;437;p67"/>
          <p:cNvPicPr preferRelativeResize="0"/>
          <p:nvPr/>
        </p:nvPicPr>
        <p:blipFill>
          <a:blip r:embed="rId3">
            <a:alphaModFix/>
          </a:blip>
          <a:stretch>
            <a:fillRect/>
          </a:stretch>
        </p:blipFill>
        <p:spPr>
          <a:xfrm>
            <a:off x="4769125" y="25"/>
            <a:ext cx="4374875" cy="5143500"/>
          </a:xfrm>
          <a:prstGeom prst="rect">
            <a:avLst/>
          </a:prstGeom>
          <a:noFill/>
          <a:ln>
            <a:noFill/>
          </a:ln>
        </p:spPr>
      </p:pic>
      <p:sp>
        <p:nvSpPr>
          <p:cNvPr id="438" name="Google Shape;438;p67"/>
          <p:cNvSpPr txBox="1"/>
          <p:nvPr/>
        </p:nvSpPr>
        <p:spPr>
          <a:xfrm>
            <a:off x="0" y="85300"/>
            <a:ext cx="4769100" cy="474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100" b="1">
                <a:solidFill>
                  <a:schemeClr val="lt1"/>
                </a:solidFill>
                <a:latin typeface="Roboto"/>
                <a:ea typeface="Roboto"/>
                <a:cs typeface="Roboto"/>
                <a:sym typeface="Roboto"/>
              </a:rPr>
              <a:t>SALES PERFORMANCE ANALYSIS</a:t>
            </a:r>
            <a:endParaRPr sz="3100" b="1">
              <a:solidFill>
                <a:schemeClr val="lt1"/>
              </a:solidFill>
              <a:latin typeface="Roboto"/>
              <a:ea typeface="Roboto"/>
              <a:cs typeface="Roboto"/>
              <a:sym typeface="Roboto"/>
            </a:endParaRPr>
          </a:p>
          <a:p>
            <a:pPr marL="0" lvl="0" indent="0" algn="l" rtl="0">
              <a:spcBef>
                <a:spcPts val="0"/>
              </a:spcBef>
              <a:spcAft>
                <a:spcPts val="0"/>
              </a:spcAft>
              <a:buNone/>
            </a:pPr>
            <a:endParaRPr sz="3100" b="1">
              <a:solidFill>
                <a:schemeClr val="lt1"/>
              </a:solidFill>
              <a:latin typeface="Roboto"/>
              <a:ea typeface="Roboto"/>
              <a:cs typeface="Roboto"/>
              <a:sym typeface="Roboto"/>
            </a:endParaRPr>
          </a:p>
          <a:p>
            <a:pPr marL="0" lvl="0" indent="0" algn="l" rtl="0">
              <a:lnSpc>
                <a:spcPct val="115000"/>
              </a:lnSpc>
              <a:spcBef>
                <a:spcPts val="800"/>
              </a:spcBef>
              <a:spcAft>
                <a:spcPts val="0"/>
              </a:spcAft>
              <a:buNone/>
            </a:pPr>
            <a:r>
              <a:rPr lang="en" sz="2500">
                <a:solidFill>
                  <a:schemeClr val="lt1"/>
                </a:solidFill>
                <a:latin typeface="Roboto"/>
                <a:ea typeface="Roboto"/>
                <a:cs typeface="Roboto"/>
                <a:sym typeface="Roboto"/>
              </a:rPr>
              <a:t>•Maven Global Electronics Retailer</a:t>
            </a:r>
            <a:endParaRPr sz="2500">
              <a:solidFill>
                <a:schemeClr val="lt1"/>
              </a:solidFill>
              <a:latin typeface="Roboto"/>
              <a:ea typeface="Roboto"/>
              <a:cs typeface="Roboto"/>
              <a:sym typeface="Roboto"/>
            </a:endParaRPr>
          </a:p>
          <a:p>
            <a:pPr marL="0" lvl="0" indent="0" algn="l" rtl="0">
              <a:lnSpc>
                <a:spcPct val="115000"/>
              </a:lnSpc>
              <a:spcBef>
                <a:spcPts val="800"/>
              </a:spcBef>
              <a:spcAft>
                <a:spcPts val="0"/>
              </a:spcAft>
              <a:buNone/>
            </a:pPr>
            <a:r>
              <a:rPr lang="en" sz="2500">
                <a:solidFill>
                  <a:schemeClr val="lt1"/>
                </a:solidFill>
                <a:latin typeface="Roboto"/>
                <a:ea typeface="Roboto"/>
                <a:cs typeface="Roboto"/>
                <a:sym typeface="Roboto"/>
              </a:rPr>
              <a:t>•Power BI Project</a:t>
            </a:r>
            <a:endParaRPr sz="2500">
              <a:solidFill>
                <a:schemeClr val="lt1"/>
              </a:solidFill>
              <a:latin typeface="Roboto"/>
              <a:ea typeface="Roboto"/>
              <a:cs typeface="Roboto"/>
              <a:sym typeface="Roboto"/>
            </a:endParaRPr>
          </a:p>
          <a:p>
            <a:pPr marL="0" lvl="0" indent="0" algn="l" rtl="0">
              <a:spcBef>
                <a:spcPts val="0"/>
              </a:spcBef>
              <a:spcAft>
                <a:spcPts val="0"/>
              </a:spcAft>
              <a:buNone/>
            </a:pPr>
            <a:r>
              <a:rPr lang="en" sz="3100" b="1">
                <a:solidFill>
                  <a:schemeClr val="lt1"/>
                </a:solidFill>
                <a:latin typeface="Roboto"/>
                <a:ea typeface="Roboto"/>
                <a:cs typeface="Roboto"/>
                <a:sym typeface="Roboto"/>
              </a:rPr>
              <a:t> </a:t>
            </a:r>
            <a:endParaRPr sz="3100" b="1">
              <a:solidFill>
                <a:schemeClr val="lt1"/>
              </a:solidFill>
              <a:latin typeface="Roboto"/>
              <a:ea typeface="Roboto"/>
              <a:cs typeface="Roboto"/>
              <a:sym typeface="Roboto"/>
            </a:endParaRPr>
          </a:p>
          <a:p>
            <a:pPr marL="0" lvl="0" indent="0" algn="l" rtl="0">
              <a:spcBef>
                <a:spcPts val="0"/>
              </a:spcBef>
              <a:spcAft>
                <a:spcPts val="0"/>
              </a:spcAft>
              <a:buNone/>
            </a:pPr>
            <a:r>
              <a:rPr lang="en" sz="3100" b="1">
                <a:solidFill>
                  <a:schemeClr val="lt1"/>
                </a:solidFill>
                <a:latin typeface="Roboto"/>
                <a:ea typeface="Roboto"/>
                <a:cs typeface="Roboto"/>
                <a:sym typeface="Roboto"/>
              </a:rPr>
              <a:t>By</a:t>
            </a:r>
            <a:endParaRPr sz="3100" b="1">
              <a:solidFill>
                <a:schemeClr val="lt1"/>
              </a:solidFill>
              <a:latin typeface="Roboto"/>
              <a:ea typeface="Roboto"/>
              <a:cs typeface="Roboto"/>
              <a:sym typeface="Roboto"/>
            </a:endParaRPr>
          </a:p>
          <a:p>
            <a:pPr marL="0" lvl="0" indent="0" algn="l" rtl="0">
              <a:spcBef>
                <a:spcPts val="0"/>
              </a:spcBef>
              <a:spcAft>
                <a:spcPts val="0"/>
              </a:spcAft>
              <a:buNone/>
            </a:pPr>
            <a:r>
              <a:rPr lang="en" sz="3100" b="1" i="1">
                <a:solidFill>
                  <a:schemeClr val="lt1"/>
                </a:solidFill>
                <a:latin typeface="Roboto"/>
                <a:ea typeface="Roboto"/>
                <a:cs typeface="Roboto"/>
                <a:sym typeface="Roboto"/>
              </a:rPr>
              <a:t>Busayo Ajayi</a:t>
            </a:r>
            <a:endParaRPr sz="3100" b="1" i="1">
              <a:solidFill>
                <a:schemeClr val="lt1"/>
              </a:solidFill>
              <a:latin typeface="Roboto"/>
              <a:ea typeface="Roboto"/>
              <a:cs typeface="Roboto"/>
              <a:sym typeface="Roboto"/>
            </a:endParaRPr>
          </a:p>
          <a:p>
            <a:pPr marL="0" lvl="0" indent="0" algn="l" rtl="0">
              <a:spcBef>
                <a:spcPts val="0"/>
              </a:spcBef>
              <a:spcAft>
                <a:spcPts val="0"/>
              </a:spcAft>
              <a:buNone/>
            </a:pPr>
            <a:r>
              <a:rPr lang="en" sz="1100" b="1" i="1">
                <a:solidFill>
                  <a:schemeClr val="lt1"/>
                </a:solidFill>
                <a:latin typeface="Roboto"/>
                <a:ea typeface="Roboto"/>
                <a:cs typeface="Roboto"/>
                <a:sym typeface="Roboto"/>
              </a:rPr>
              <a:t>Data Analyst</a:t>
            </a:r>
            <a:endParaRPr b="1" i="1">
              <a:solidFill>
                <a:schemeClr val="lt1"/>
              </a:solidFill>
              <a:latin typeface="Roboto"/>
              <a:ea typeface="Roboto"/>
              <a:cs typeface="Roboto"/>
              <a:sym typeface="Roboto"/>
            </a:endParaRPr>
          </a:p>
        </p:txBody>
      </p:sp>
      <p:pic>
        <p:nvPicPr>
          <p:cNvPr id="439" name="Google Shape;439;p67"/>
          <p:cNvPicPr preferRelativeResize="0"/>
          <p:nvPr/>
        </p:nvPicPr>
        <p:blipFill>
          <a:blip r:embed="rId4">
            <a:alphaModFix/>
          </a:blip>
          <a:stretch>
            <a:fillRect/>
          </a:stretch>
        </p:blipFill>
        <p:spPr>
          <a:xfrm>
            <a:off x="4769125" y="25"/>
            <a:ext cx="4213025" cy="5143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68"/>
          <p:cNvSpPr txBox="1">
            <a:spLocks noGrp="1"/>
          </p:cNvSpPr>
          <p:nvPr>
            <p:ph type="title"/>
          </p:nvPr>
        </p:nvSpPr>
        <p:spPr>
          <a:xfrm>
            <a:off x="0" y="0"/>
            <a:ext cx="8520600" cy="51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Executive Summary</a:t>
            </a:r>
            <a:endParaRPr b="1"/>
          </a:p>
        </p:txBody>
      </p:sp>
      <p:sp>
        <p:nvSpPr>
          <p:cNvPr id="445" name="Google Shape;445;p68"/>
          <p:cNvSpPr txBox="1"/>
          <p:nvPr/>
        </p:nvSpPr>
        <p:spPr>
          <a:xfrm>
            <a:off x="205550" y="576475"/>
            <a:ext cx="8878200" cy="448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Roboto"/>
                <a:ea typeface="Roboto"/>
                <a:cs typeface="Roboto"/>
                <a:sym typeface="Roboto"/>
              </a:rPr>
              <a:t>Objective: </a:t>
            </a:r>
            <a:endParaRPr sz="1800" b="1">
              <a:solidFill>
                <a:schemeClr val="dk1"/>
              </a:solidFill>
              <a:latin typeface="Roboto"/>
              <a:ea typeface="Roboto"/>
              <a:cs typeface="Roboto"/>
              <a:sym typeface="Roboto"/>
            </a:endParaRPr>
          </a:p>
          <a:p>
            <a:pPr marL="0" lvl="0" indent="0" algn="l" rtl="0">
              <a:spcBef>
                <a:spcPts val="0"/>
              </a:spcBef>
              <a:spcAft>
                <a:spcPts val="0"/>
              </a:spcAft>
              <a:buNone/>
            </a:pPr>
            <a:r>
              <a:rPr lang="en" sz="1600">
                <a:latin typeface="Roboto"/>
                <a:ea typeface="Roboto"/>
                <a:cs typeface="Roboto"/>
                <a:sym typeface="Roboto"/>
              </a:rPr>
              <a:t>Create a sales performance dashboard for a global electronics retailer to consolidate and analyze sales, customer, product, and store data. The dashboard will track key performance metrics, uncover sales trends, and provide actionable insights for management to make data-driven decisions.</a:t>
            </a:r>
            <a:r>
              <a:rPr lang="en" sz="1600">
                <a:solidFill>
                  <a:schemeClr val="dk2"/>
                </a:solidFill>
                <a:latin typeface="Roboto"/>
                <a:ea typeface="Roboto"/>
                <a:cs typeface="Roboto"/>
                <a:sym typeface="Roboto"/>
              </a:rPr>
              <a:t> </a:t>
            </a:r>
            <a:endParaRPr sz="1600">
              <a:solidFill>
                <a:schemeClr val="dk2"/>
              </a:solidFill>
              <a:latin typeface="Roboto"/>
              <a:ea typeface="Roboto"/>
              <a:cs typeface="Roboto"/>
              <a:sym typeface="Roboto"/>
            </a:endParaRPr>
          </a:p>
          <a:p>
            <a:pPr marL="0" lvl="0" indent="0" algn="l" rtl="0">
              <a:spcBef>
                <a:spcPts val="0"/>
              </a:spcBef>
              <a:spcAft>
                <a:spcPts val="0"/>
              </a:spcAft>
              <a:buNone/>
            </a:pPr>
            <a:endParaRPr sz="1600">
              <a:solidFill>
                <a:schemeClr val="dk2"/>
              </a:solidFill>
              <a:latin typeface="Roboto"/>
              <a:ea typeface="Roboto"/>
              <a:cs typeface="Roboto"/>
              <a:sym typeface="Roboto"/>
            </a:endParaRPr>
          </a:p>
          <a:p>
            <a:pPr marL="0" lvl="0" indent="0" algn="l" rtl="0">
              <a:spcBef>
                <a:spcPts val="0"/>
              </a:spcBef>
              <a:spcAft>
                <a:spcPts val="0"/>
              </a:spcAft>
              <a:buNone/>
            </a:pPr>
            <a:r>
              <a:rPr lang="en" sz="1800" b="1">
                <a:solidFill>
                  <a:schemeClr val="dk1"/>
                </a:solidFill>
                <a:latin typeface="Roboto"/>
                <a:ea typeface="Roboto"/>
                <a:cs typeface="Roboto"/>
                <a:sym typeface="Roboto"/>
              </a:rPr>
              <a:t>Company Overview: </a:t>
            </a:r>
            <a:endParaRPr sz="1800" b="1">
              <a:solidFill>
                <a:schemeClr val="dk1"/>
              </a:solidFill>
              <a:latin typeface="Roboto"/>
              <a:ea typeface="Roboto"/>
              <a:cs typeface="Roboto"/>
              <a:sym typeface="Roboto"/>
            </a:endParaRPr>
          </a:p>
          <a:p>
            <a:pPr marL="0" lvl="0" indent="0" algn="l" rtl="0">
              <a:spcBef>
                <a:spcPts val="0"/>
              </a:spcBef>
              <a:spcAft>
                <a:spcPts val="0"/>
              </a:spcAft>
              <a:buNone/>
            </a:pPr>
            <a:r>
              <a:rPr lang="en" sz="1600">
                <a:latin typeface="Roboto"/>
                <a:ea typeface="Roboto"/>
                <a:cs typeface="Roboto"/>
                <a:sym typeface="Roboto"/>
              </a:rPr>
              <a:t>Maven Electronics is a global retailer that sells computers, cell phones, TVs, cameras, appliances, and other consumer products through both online and in-store channels. The company operates across multiple regions and aims to improve profitability, monitor store and product performance, and enhance customer satisfaction </a:t>
            </a:r>
            <a:endParaRPr sz="1600">
              <a:latin typeface="Roboto"/>
              <a:ea typeface="Roboto"/>
              <a:cs typeface="Roboto"/>
              <a:sym typeface="Roboto"/>
            </a:endParaRPr>
          </a:p>
          <a:p>
            <a:pPr marL="0" lvl="0" indent="0" algn="l" rtl="0">
              <a:spcBef>
                <a:spcPts val="0"/>
              </a:spcBef>
              <a:spcAft>
                <a:spcPts val="0"/>
              </a:spcAft>
              <a:buNone/>
            </a:pPr>
            <a:endParaRPr sz="1600">
              <a:solidFill>
                <a:schemeClr val="dk2"/>
              </a:solidFill>
              <a:latin typeface="Roboto"/>
              <a:ea typeface="Roboto"/>
              <a:cs typeface="Roboto"/>
              <a:sym typeface="Roboto"/>
            </a:endParaRPr>
          </a:p>
          <a:p>
            <a:pPr marL="0" lvl="0" indent="0" algn="l" rtl="0">
              <a:spcBef>
                <a:spcPts val="0"/>
              </a:spcBef>
              <a:spcAft>
                <a:spcPts val="0"/>
              </a:spcAft>
              <a:buNone/>
            </a:pPr>
            <a:r>
              <a:rPr lang="en" sz="1800" b="1">
                <a:solidFill>
                  <a:schemeClr val="dk1"/>
                </a:solidFill>
                <a:latin typeface="Roboto"/>
                <a:ea typeface="Roboto"/>
                <a:cs typeface="Roboto"/>
                <a:sym typeface="Roboto"/>
              </a:rPr>
              <a:t>Business Problem: </a:t>
            </a:r>
            <a:endParaRPr sz="1800" b="1">
              <a:solidFill>
                <a:schemeClr val="dk1"/>
              </a:solidFill>
              <a:latin typeface="Roboto"/>
              <a:ea typeface="Roboto"/>
              <a:cs typeface="Roboto"/>
              <a:sym typeface="Roboto"/>
            </a:endParaRPr>
          </a:p>
          <a:p>
            <a:pPr marL="0" lvl="0" indent="0" algn="l" rtl="0">
              <a:spcBef>
                <a:spcPts val="0"/>
              </a:spcBef>
              <a:spcAft>
                <a:spcPts val="0"/>
              </a:spcAft>
              <a:buNone/>
            </a:pPr>
            <a:r>
              <a:rPr lang="en" sz="1600">
                <a:latin typeface="Roboto"/>
                <a:ea typeface="Roboto"/>
                <a:cs typeface="Roboto"/>
                <a:sym typeface="Roboto"/>
              </a:rPr>
              <a:t>Revenue has declined since 2020, while management lacks a unified view of performance across sales channels, regions, and customers. This limits the ability to identify key drivers of growth and areas of decline, highlighting the need for a consolidated data model and interactive dashboard.</a:t>
            </a:r>
            <a:endParaRPr sz="1600">
              <a:latin typeface="Roboto"/>
              <a:ea typeface="Roboto"/>
              <a:cs typeface="Roboto"/>
              <a:sym typeface="Roboto"/>
            </a:endParaRPr>
          </a:p>
          <a:p>
            <a:pPr marL="0" lvl="0" indent="0" algn="l" rtl="0">
              <a:spcBef>
                <a:spcPts val="0"/>
              </a:spcBef>
              <a:spcAft>
                <a:spcPts val="0"/>
              </a:spcAft>
              <a:buNone/>
            </a:pPr>
            <a:endParaRPr sz="1500">
              <a:solidFill>
                <a:schemeClr val="dk2"/>
              </a:solidFill>
              <a:latin typeface="Roboto"/>
              <a:ea typeface="Roboto"/>
              <a:cs typeface="Roboto"/>
              <a:sym typeface="Roboto"/>
            </a:endParaRPr>
          </a:p>
        </p:txBody>
      </p:sp>
      <p:sp>
        <p:nvSpPr>
          <p:cNvPr id="446" name="Google Shape;446;p68"/>
          <p:cNvSpPr txBox="1"/>
          <p:nvPr/>
        </p:nvSpPr>
        <p:spPr>
          <a:xfrm>
            <a:off x="1015538" y="1739500"/>
            <a:ext cx="30000" cy="2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69"/>
          <p:cNvSpPr txBox="1">
            <a:spLocks noGrp="1"/>
          </p:cNvSpPr>
          <p:nvPr>
            <p:ph type="title"/>
          </p:nvPr>
        </p:nvSpPr>
        <p:spPr>
          <a:xfrm>
            <a:off x="774100" y="1610250"/>
            <a:ext cx="3471900" cy="115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SOLUTION</a:t>
            </a:r>
            <a:endParaRPr/>
          </a:p>
        </p:txBody>
      </p:sp>
      <p:sp>
        <p:nvSpPr>
          <p:cNvPr id="452" name="Google Shape;452;p69"/>
          <p:cNvSpPr txBox="1">
            <a:spLocks noGrp="1"/>
          </p:cNvSpPr>
          <p:nvPr>
            <p:ph type="body" idx="2"/>
          </p:nvPr>
        </p:nvSpPr>
        <p:spPr>
          <a:xfrm>
            <a:off x="4965350" y="214550"/>
            <a:ext cx="3837000" cy="4432800"/>
          </a:xfrm>
          <a:prstGeom prst="rect">
            <a:avLst/>
          </a:prstGeom>
        </p:spPr>
        <p:txBody>
          <a:bodyPr spcFirstLastPara="1" wrap="square" lIns="91425" tIns="91425" rIns="91425" bIns="91425" anchor="ctr" anchorCtr="0">
            <a:noAutofit/>
          </a:bodyPr>
          <a:lstStyle/>
          <a:p>
            <a:pPr marL="0" lvl="0" indent="0" algn="l" rtl="0">
              <a:spcBef>
                <a:spcPts val="1000"/>
              </a:spcBef>
              <a:spcAft>
                <a:spcPts val="0"/>
              </a:spcAft>
              <a:buNone/>
            </a:pPr>
            <a:r>
              <a:rPr lang="en" sz="1300" b="1">
                <a:highlight>
                  <a:schemeClr val="dk1"/>
                </a:highlight>
              </a:rPr>
              <a:t>1</a:t>
            </a:r>
            <a:r>
              <a:rPr lang="en" sz="1400" b="1">
                <a:highlight>
                  <a:schemeClr val="dk1"/>
                </a:highlight>
              </a:rPr>
              <a:t>.</a:t>
            </a:r>
            <a:r>
              <a:rPr lang="en" sz="1600" b="1">
                <a:highlight>
                  <a:schemeClr val="dk1"/>
                </a:highlight>
              </a:rPr>
              <a:t>Power BI Data Model: Star schema connecting fact and dimension tables. </a:t>
            </a:r>
            <a:endParaRPr sz="1600" b="1">
              <a:highlight>
                <a:schemeClr val="dk1"/>
              </a:highlight>
            </a:endParaRPr>
          </a:p>
          <a:p>
            <a:pPr marL="0" lvl="0" indent="0" algn="l" rtl="0">
              <a:spcBef>
                <a:spcPts val="1000"/>
              </a:spcBef>
              <a:spcAft>
                <a:spcPts val="0"/>
              </a:spcAft>
              <a:buNone/>
            </a:pPr>
            <a:r>
              <a:rPr lang="en" sz="1400" b="1">
                <a:highlight>
                  <a:schemeClr val="dk1"/>
                </a:highlight>
              </a:rPr>
              <a:t>2.</a:t>
            </a:r>
            <a:r>
              <a:rPr lang="en" sz="1600" b="1">
                <a:highlight>
                  <a:schemeClr val="dk1"/>
                </a:highlight>
              </a:rPr>
              <a:t>Interactive Dashboard: 3-4 pages covering KPIs, trends,product/customer insights, and store performance </a:t>
            </a:r>
            <a:endParaRPr sz="1600" b="1">
              <a:highlight>
                <a:schemeClr val="dk1"/>
              </a:highlight>
            </a:endParaRPr>
          </a:p>
          <a:p>
            <a:pPr marL="0" lvl="0" indent="0" algn="l" rtl="0">
              <a:spcBef>
                <a:spcPts val="1000"/>
              </a:spcBef>
              <a:spcAft>
                <a:spcPts val="0"/>
              </a:spcAft>
              <a:buNone/>
            </a:pPr>
            <a:r>
              <a:rPr lang="en" sz="1400" b="1">
                <a:highlight>
                  <a:schemeClr val="dk1"/>
                </a:highlight>
              </a:rPr>
              <a:t>3.</a:t>
            </a:r>
            <a:r>
              <a:rPr lang="en" sz="1600" b="1">
                <a:highlight>
                  <a:schemeClr val="dk1"/>
                </a:highlight>
              </a:rPr>
              <a:t>Final Presentation: Insights and recommendations based on the analysis </a:t>
            </a:r>
            <a:endParaRPr sz="1600" b="1">
              <a:highlight>
                <a:schemeClr val="dk1"/>
              </a:highlight>
            </a:endParaRPr>
          </a:p>
          <a:p>
            <a:pPr marL="0" lvl="0" indent="0" algn="l" rtl="0">
              <a:spcBef>
                <a:spcPts val="1000"/>
              </a:spcBef>
              <a:spcAft>
                <a:spcPts val="0"/>
              </a:spcAft>
              <a:buNone/>
            </a:pPr>
            <a:r>
              <a:rPr lang="en" sz="1400" b="1">
                <a:highlight>
                  <a:schemeClr val="dk1"/>
                </a:highlight>
              </a:rPr>
              <a:t>4.</a:t>
            </a:r>
            <a:r>
              <a:rPr lang="en" sz="1600" b="1">
                <a:highlight>
                  <a:schemeClr val="dk1"/>
                </a:highlight>
              </a:rPr>
              <a:t>Deliver actionable insights for teams</a:t>
            </a:r>
            <a:endParaRPr sz="1600" b="1">
              <a:highlight>
                <a:schemeClr val="dk1"/>
              </a:highlight>
            </a:endParaRPr>
          </a:p>
          <a:p>
            <a:pPr marL="0" lvl="0" indent="0" algn="l" rtl="0">
              <a:spcBef>
                <a:spcPts val="1000"/>
              </a:spcBef>
              <a:spcAft>
                <a:spcPts val="0"/>
              </a:spcAft>
              <a:buNone/>
            </a:pPr>
            <a:r>
              <a:rPr lang="en" sz="1400" b="1">
                <a:highlight>
                  <a:schemeClr val="dk1"/>
                </a:highlight>
              </a:rPr>
              <a:t>5.</a:t>
            </a:r>
            <a:r>
              <a:rPr lang="en" sz="1600" b="1">
                <a:highlight>
                  <a:schemeClr val="dk1"/>
                </a:highlight>
              </a:rPr>
              <a:t>Report Published to Power BI Service: Interactive, shareable report for management </a:t>
            </a:r>
            <a:endParaRPr sz="1600" b="1">
              <a:highlight>
                <a:schemeClr val="dk1"/>
              </a:highlight>
            </a:endParaRPr>
          </a:p>
          <a:p>
            <a:pPr marL="0" lvl="0" indent="0" algn="l" rtl="0">
              <a:spcBef>
                <a:spcPts val="0"/>
              </a:spcBef>
              <a:spcAft>
                <a:spcPts val="1600"/>
              </a:spcAft>
              <a:buNone/>
            </a:pPr>
            <a:endParaRPr>
              <a:highlight>
                <a:schemeClr val="dk1"/>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6"/>
        <p:cNvGrpSpPr/>
        <p:nvPr/>
      </p:nvGrpSpPr>
      <p:grpSpPr>
        <a:xfrm>
          <a:off x="0" y="0"/>
          <a:ext cx="0" cy="0"/>
          <a:chOff x="0" y="0"/>
          <a:chExt cx="0" cy="0"/>
        </a:xfrm>
      </p:grpSpPr>
      <p:sp>
        <p:nvSpPr>
          <p:cNvPr id="457" name="Google Shape;457;p70"/>
          <p:cNvSpPr txBox="1">
            <a:spLocks noGrp="1"/>
          </p:cNvSpPr>
          <p:nvPr>
            <p:ph type="title"/>
          </p:nvPr>
        </p:nvSpPr>
        <p:spPr>
          <a:xfrm>
            <a:off x="92000" y="61075"/>
            <a:ext cx="8520600" cy="48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 Model Overview: </a:t>
            </a:r>
            <a:endParaRPr/>
          </a:p>
        </p:txBody>
      </p:sp>
      <p:sp>
        <p:nvSpPr>
          <p:cNvPr id="458" name="Google Shape;458;p70"/>
          <p:cNvSpPr txBox="1"/>
          <p:nvPr/>
        </p:nvSpPr>
        <p:spPr>
          <a:xfrm>
            <a:off x="92000" y="744400"/>
            <a:ext cx="8927100" cy="4200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endParaRPr sz="1800">
              <a:solidFill>
                <a:schemeClr val="dk2"/>
              </a:solidFill>
              <a:latin typeface="Roboto"/>
              <a:ea typeface="Roboto"/>
              <a:cs typeface="Roboto"/>
              <a:sym typeface="Roboto"/>
            </a:endParaRPr>
          </a:p>
          <a:p>
            <a:pPr marL="0" lvl="0" indent="0" algn="l" rtl="0">
              <a:spcBef>
                <a:spcPts val="1200"/>
              </a:spcBef>
              <a:spcAft>
                <a:spcPts val="0"/>
              </a:spcAft>
              <a:buNone/>
            </a:pPr>
            <a:endParaRPr sz="1800">
              <a:solidFill>
                <a:schemeClr val="dk2"/>
              </a:solidFill>
              <a:latin typeface="Roboto"/>
              <a:ea typeface="Roboto"/>
              <a:cs typeface="Roboto"/>
              <a:sym typeface="Roboto"/>
            </a:endParaRPr>
          </a:p>
        </p:txBody>
      </p:sp>
      <p:pic>
        <p:nvPicPr>
          <p:cNvPr id="459" name="Google Shape;459;p70"/>
          <p:cNvPicPr preferRelativeResize="0"/>
          <p:nvPr/>
        </p:nvPicPr>
        <p:blipFill>
          <a:blip r:embed="rId3">
            <a:alphaModFix/>
          </a:blip>
          <a:stretch>
            <a:fillRect/>
          </a:stretch>
        </p:blipFill>
        <p:spPr>
          <a:xfrm>
            <a:off x="0" y="652725"/>
            <a:ext cx="9052000" cy="4383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71"/>
          <p:cNvPicPr preferRelativeResize="0"/>
          <p:nvPr/>
        </p:nvPicPr>
        <p:blipFill>
          <a:blip r:embed="rId3">
            <a:alphaModFix/>
          </a:blip>
          <a:stretch>
            <a:fillRect/>
          </a:stretch>
        </p:blipFill>
        <p:spPr>
          <a:xfrm>
            <a:off x="76250" y="72375"/>
            <a:ext cx="8947851" cy="4892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pic>
        <p:nvPicPr>
          <p:cNvPr id="469" name="Google Shape;469;p72"/>
          <p:cNvPicPr preferRelativeResize="0"/>
          <p:nvPr/>
        </p:nvPicPr>
        <p:blipFill>
          <a:blip r:embed="rId3">
            <a:alphaModFix/>
          </a:blip>
          <a:stretch>
            <a:fillRect/>
          </a:stretch>
        </p:blipFill>
        <p:spPr>
          <a:xfrm>
            <a:off x="62838" y="105638"/>
            <a:ext cx="9018326" cy="4932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pic>
        <p:nvPicPr>
          <p:cNvPr id="474" name="Google Shape;474;p73"/>
          <p:cNvPicPr preferRelativeResize="0"/>
          <p:nvPr/>
        </p:nvPicPr>
        <p:blipFill>
          <a:blip r:embed="rId3">
            <a:alphaModFix/>
          </a:blip>
          <a:stretch>
            <a:fillRect/>
          </a:stretch>
        </p:blipFill>
        <p:spPr>
          <a:xfrm>
            <a:off x="51700" y="85300"/>
            <a:ext cx="9005105" cy="49781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pic>
        <p:nvPicPr>
          <p:cNvPr id="479" name="Google Shape;479;p74"/>
          <p:cNvPicPr preferRelativeResize="0"/>
          <p:nvPr/>
        </p:nvPicPr>
        <p:blipFill>
          <a:blip r:embed="rId3">
            <a:alphaModFix/>
          </a:blip>
          <a:stretch>
            <a:fillRect/>
          </a:stretch>
        </p:blipFill>
        <p:spPr>
          <a:xfrm>
            <a:off x="63325" y="98225"/>
            <a:ext cx="9020500" cy="4926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75"/>
          <p:cNvSpPr txBox="1">
            <a:spLocks noGrp="1"/>
          </p:cNvSpPr>
          <p:nvPr>
            <p:ph type="title"/>
          </p:nvPr>
        </p:nvSpPr>
        <p:spPr>
          <a:xfrm>
            <a:off x="489825" y="26700"/>
            <a:ext cx="3558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rgbClr val="0000FF"/>
                </a:solidFill>
                <a:latin typeface="Roboto"/>
                <a:ea typeface="Roboto"/>
                <a:cs typeface="Roboto"/>
                <a:sym typeface="Roboto"/>
              </a:rPr>
              <a:t>KEY FINDING</a:t>
            </a:r>
            <a:endParaRPr sz="2000">
              <a:solidFill>
                <a:srgbClr val="0000FF"/>
              </a:solidFill>
              <a:latin typeface="Roboto"/>
              <a:ea typeface="Roboto"/>
              <a:cs typeface="Roboto"/>
              <a:sym typeface="Roboto"/>
            </a:endParaRPr>
          </a:p>
        </p:txBody>
      </p:sp>
      <p:sp>
        <p:nvSpPr>
          <p:cNvPr id="485" name="Google Shape;485;p75"/>
          <p:cNvSpPr txBox="1">
            <a:spLocks noGrp="1"/>
          </p:cNvSpPr>
          <p:nvPr>
            <p:ph type="title" idx="3"/>
          </p:nvPr>
        </p:nvSpPr>
        <p:spPr>
          <a:xfrm>
            <a:off x="7158725" y="4563900"/>
            <a:ext cx="13545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6" name="Google Shape;486;p75"/>
          <p:cNvSpPr txBox="1">
            <a:spLocks noGrp="1"/>
          </p:cNvSpPr>
          <p:nvPr>
            <p:ph type="title"/>
          </p:nvPr>
        </p:nvSpPr>
        <p:spPr>
          <a:xfrm>
            <a:off x="76250" y="473000"/>
            <a:ext cx="8955900" cy="46137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solidFill>
                  <a:schemeClr val="lt1"/>
                </a:solidFill>
                <a:latin typeface="Roboto"/>
                <a:ea typeface="Roboto"/>
                <a:cs typeface="Roboto"/>
                <a:sym typeface="Roboto"/>
              </a:rPr>
              <a:t>Profit Margin /Product &amp; Customer / Store &amp; Region Insight</a:t>
            </a:r>
            <a:endParaRPr>
              <a:solidFill>
                <a:schemeClr val="lt1"/>
              </a:solidFill>
              <a:latin typeface="Roboto"/>
              <a:ea typeface="Roboto"/>
              <a:cs typeface="Roboto"/>
              <a:sym typeface="Roboto"/>
            </a:endParaRPr>
          </a:p>
          <a:p>
            <a:pPr marL="457200" lvl="0" indent="-311150" algn="l" rtl="0">
              <a:lnSpc>
                <a:spcPct val="100000"/>
              </a:lnSpc>
              <a:spcBef>
                <a:spcPts val="0"/>
              </a:spcBef>
              <a:spcAft>
                <a:spcPts val="0"/>
              </a:spcAft>
              <a:buClr>
                <a:schemeClr val="lt1"/>
              </a:buClr>
              <a:buSzPts val="1300"/>
              <a:buFont typeface="Roboto"/>
              <a:buAutoNum type="arabicPeriod"/>
            </a:pPr>
            <a:r>
              <a:rPr lang="en" b="0">
                <a:solidFill>
                  <a:schemeClr val="lt1"/>
                </a:solidFill>
                <a:latin typeface="Roboto"/>
                <a:ea typeface="Roboto"/>
                <a:cs typeface="Roboto"/>
                <a:sym typeface="Roboto"/>
              </a:rPr>
              <a:t>Profit margin remain relatively stable across categories, averaging around 55%–60%</a:t>
            </a:r>
            <a:r>
              <a:rPr lang="en">
                <a:solidFill>
                  <a:schemeClr val="lt1"/>
                </a:solidFill>
                <a:latin typeface="Roboto"/>
                <a:ea typeface="Roboto"/>
                <a:cs typeface="Roboto"/>
                <a:sym typeface="Roboto"/>
              </a:rPr>
              <a:t> , </a:t>
            </a:r>
            <a:endParaRPr>
              <a:solidFill>
                <a:schemeClr val="lt1"/>
              </a:solidFill>
              <a:latin typeface="Roboto"/>
              <a:ea typeface="Roboto"/>
              <a:cs typeface="Roboto"/>
              <a:sym typeface="Roboto"/>
            </a:endParaRPr>
          </a:p>
          <a:p>
            <a:pPr marL="457200" lvl="0" indent="-317500" algn="l" rtl="0">
              <a:lnSpc>
                <a:spcPct val="100000"/>
              </a:lnSpc>
              <a:spcBef>
                <a:spcPts val="0"/>
              </a:spcBef>
              <a:spcAft>
                <a:spcPts val="0"/>
              </a:spcAft>
              <a:buClr>
                <a:schemeClr val="lt1"/>
              </a:buClr>
              <a:buSzPts val="1400"/>
              <a:buFont typeface="Roboto"/>
              <a:buAutoNum type="arabicPeriod"/>
            </a:pPr>
            <a:r>
              <a:rPr lang="en" b="0">
                <a:solidFill>
                  <a:schemeClr val="lt1"/>
                </a:solidFill>
                <a:latin typeface="Roboto"/>
                <a:ea typeface="Roboto"/>
                <a:cs typeface="Roboto"/>
                <a:sym typeface="Roboto"/>
              </a:rPr>
              <a:t>There is no significant evidence of margin shrinkage, The profit margins remain stable across time and categories, which indicates pricing and cost structures haven’t significantly changed </a:t>
            </a:r>
            <a:endParaRPr b="0">
              <a:solidFill>
                <a:schemeClr val="lt1"/>
              </a:solidFill>
              <a:latin typeface="Roboto"/>
              <a:ea typeface="Roboto"/>
              <a:cs typeface="Roboto"/>
              <a:sym typeface="Roboto"/>
            </a:endParaRPr>
          </a:p>
          <a:p>
            <a:pPr marL="457200" lvl="0" indent="-317500" algn="l" rtl="0">
              <a:lnSpc>
                <a:spcPct val="100000"/>
              </a:lnSpc>
              <a:spcBef>
                <a:spcPts val="0"/>
              </a:spcBef>
              <a:spcAft>
                <a:spcPts val="0"/>
              </a:spcAft>
              <a:buClr>
                <a:schemeClr val="lt1"/>
              </a:buClr>
              <a:buSzPts val="1400"/>
              <a:buFont typeface="Roboto"/>
              <a:buAutoNum type="arabicPeriod"/>
            </a:pPr>
            <a:r>
              <a:rPr lang="en" b="0">
                <a:solidFill>
                  <a:schemeClr val="lt1"/>
                </a:solidFill>
                <a:latin typeface="Roboto"/>
                <a:ea typeface="Roboto"/>
                <a:cs typeface="Roboto"/>
                <a:sym typeface="Roboto"/>
              </a:rPr>
              <a:t>This suggests that declining performance is likely driven by reduced sales volume rather than rising costs or discounting  </a:t>
            </a:r>
            <a:endParaRPr b="0">
              <a:solidFill>
                <a:schemeClr val="lt1"/>
              </a:solidFill>
              <a:latin typeface="Roboto"/>
              <a:ea typeface="Roboto"/>
              <a:cs typeface="Roboto"/>
              <a:sym typeface="Roboto"/>
            </a:endParaRPr>
          </a:p>
          <a:p>
            <a:pPr marL="457200" lvl="0" indent="-317500" algn="l" rtl="0">
              <a:lnSpc>
                <a:spcPct val="100000"/>
              </a:lnSpc>
              <a:spcBef>
                <a:spcPts val="0"/>
              </a:spcBef>
              <a:spcAft>
                <a:spcPts val="0"/>
              </a:spcAft>
              <a:buClr>
                <a:schemeClr val="lt1"/>
              </a:buClr>
              <a:buSzPts val="1400"/>
              <a:buFont typeface="Roboto"/>
              <a:buAutoNum type="arabicPeriod"/>
            </a:pPr>
            <a:r>
              <a:rPr lang="en" b="0">
                <a:solidFill>
                  <a:schemeClr val="lt1"/>
                </a:solidFill>
                <a:latin typeface="Roboto"/>
                <a:ea typeface="Roboto"/>
                <a:cs typeface="Roboto"/>
                <a:sym typeface="Roboto"/>
              </a:rPr>
              <a:t>Revenue is heavily driven by a small number of top-performing products, particularly in Computers, Cameras, and Cell Phones</a:t>
            </a:r>
            <a:endParaRPr b="0">
              <a:solidFill>
                <a:schemeClr val="lt1"/>
              </a:solidFill>
              <a:latin typeface="Roboto"/>
              <a:ea typeface="Roboto"/>
              <a:cs typeface="Roboto"/>
              <a:sym typeface="Roboto"/>
            </a:endParaRPr>
          </a:p>
          <a:p>
            <a:pPr marL="457200" lvl="0" indent="-317500" algn="l" rtl="0">
              <a:lnSpc>
                <a:spcPct val="100000"/>
              </a:lnSpc>
              <a:spcBef>
                <a:spcPts val="0"/>
              </a:spcBef>
              <a:spcAft>
                <a:spcPts val="0"/>
              </a:spcAft>
              <a:buClr>
                <a:schemeClr val="lt1"/>
              </a:buClr>
              <a:buSzPts val="1400"/>
              <a:buFont typeface="Roboto"/>
              <a:buAutoNum type="arabicPeriod"/>
            </a:pPr>
            <a:r>
              <a:rPr lang="en" b="0">
                <a:solidFill>
                  <a:schemeClr val="lt1"/>
                </a:solidFill>
                <a:latin typeface="Roboto"/>
                <a:ea typeface="Roboto"/>
                <a:cs typeface="Roboto"/>
                <a:sym typeface="Roboto"/>
              </a:rPr>
              <a:t>A significant number of products are underperforming, contributing little to overall revenue and indicating inefficiencies in the product portfolio  </a:t>
            </a:r>
            <a:endParaRPr b="0">
              <a:solidFill>
                <a:schemeClr val="lt1"/>
              </a:solidFill>
              <a:latin typeface="Roboto"/>
              <a:ea typeface="Roboto"/>
              <a:cs typeface="Roboto"/>
              <a:sym typeface="Roboto"/>
            </a:endParaRPr>
          </a:p>
          <a:p>
            <a:pPr marL="457200" lvl="0" indent="-317500" algn="l" rtl="0">
              <a:lnSpc>
                <a:spcPct val="100000"/>
              </a:lnSpc>
              <a:spcBef>
                <a:spcPts val="0"/>
              </a:spcBef>
              <a:spcAft>
                <a:spcPts val="0"/>
              </a:spcAft>
              <a:buClr>
                <a:schemeClr val="lt1"/>
              </a:buClr>
              <a:buSzPts val="1400"/>
              <a:buFont typeface="Roboto"/>
              <a:buAutoNum type="arabicPeriod"/>
            </a:pPr>
            <a:r>
              <a:rPr lang="en" b="0">
                <a:solidFill>
                  <a:schemeClr val="lt1"/>
                </a:solidFill>
                <a:latin typeface="Roboto"/>
                <a:ea typeface="Roboto"/>
                <a:cs typeface="Roboto"/>
                <a:sym typeface="Roboto"/>
              </a:rPr>
              <a:t>The gap between top and bottom products is substantial, highlighting reliance on a limited set of high-performing items  </a:t>
            </a:r>
            <a:endParaRPr b="0">
              <a:solidFill>
                <a:schemeClr val="lt1"/>
              </a:solidFill>
              <a:latin typeface="Roboto"/>
              <a:ea typeface="Roboto"/>
              <a:cs typeface="Roboto"/>
              <a:sym typeface="Roboto"/>
            </a:endParaRPr>
          </a:p>
          <a:p>
            <a:pPr marL="457200" lvl="0" indent="-317500" algn="l" rtl="0">
              <a:lnSpc>
                <a:spcPct val="100000"/>
              </a:lnSpc>
              <a:spcBef>
                <a:spcPts val="0"/>
              </a:spcBef>
              <a:spcAft>
                <a:spcPts val="0"/>
              </a:spcAft>
              <a:buClr>
                <a:schemeClr val="lt1"/>
              </a:buClr>
              <a:buSzPts val="1400"/>
              <a:buFont typeface="Roboto"/>
              <a:buAutoNum type="arabicPeriod"/>
            </a:pPr>
            <a:r>
              <a:rPr lang="en" b="0">
                <a:solidFill>
                  <a:schemeClr val="lt1"/>
                </a:solidFill>
                <a:latin typeface="Roboto"/>
                <a:ea typeface="Roboto"/>
                <a:cs typeface="Roboto"/>
                <a:sym typeface="Roboto"/>
              </a:rPr>
              <a:t>Older customers generate the highest revenue share</a:t>
            </a:r>
            <a:endParaRPr b="0">
              <a:solidFill>
                <a:schemeClr val="lt1"/>
              </a:solidFill>
              <a:latin typeface="Roboto"/>
              <a:ea typeface="Roboto"/>
              <a:cs typeface="Roboto"/>
              <a:sym typeface="Roboto"/>
            </a:endParaRPr>
          </a:p>
          <a:p>
            <a:pPr marL="457200" lvl="0" indent="-317500" algn="l" rtl="0">
              <a:spcBef>
                <a:spcPts val="0"/>
              </a:spcBef>
              <a:spcAft>
                <a:spcPts val="0"/>
              </a:spcAft>
              <a:buClr>
                <a:schemeClr val="lt1"/>
              </a:buClr>
              <a:buSzPts val="1400"/>
              <a:buFont typeface="Roboto"/>
              <a:buAutoNum type="arabicPeriod"/>
            </a:pPr>
            <a:r>
              <a:rPr lang="en" b="0">
                <a:solidFill>
                  <a:schemeClr val="lt1"/>
                </a:solidFill>
                <a:latin typeface="Roboto"/>
                <a:ea typeface="Roboto"/>
                <a:cs typeface="Roboto"/>
                <a:sym typeface="Roboto"/>
              </a:rPr>
              <a:t>New stores contribute minimally, suggesting slow ramp-up performance  </a:t>
            </a:r>
            <a:endParaRPr b="0">
              <a:solidFill>
                <a:schemeClr val="lt1"/>
              </a:solidFill>
              <a:latin typeface="Roboto"/>
              <a:ea typeface="Roboto"/>
              <a:cs typeface="Roboto"/>
              <a:sym typeface="Roboto"/>
            </a:endParaRPr>
          </a:p>
          <a:p>
            <a:pPr marL="457200" lvl="0" indent="-317500" algn="l" rtl="0">
              <a:spcBef>
                <a:spcPts val="0"/>
              </a:spcBef>
              <a:spcAft>
                <a:spcPts val="0"/>
              </a:spcAft>
              <a:buClr>
                <a:schemeClr val="lt1"/>
              </a:buClr>
              <a:buSzPts val="1400"/>
              <a:buFont typeface="Roboto"/>
              <a:buAutoNum type="arabicPeriod"/>
            </a:pPr>
            <a:r>
              <a:rPr lang="en" b="0">
                <a:solidFill>
                  <a:schemeClr val="lt1"/>
                </a:solidFill>
                <a:latin typeface="Roboto"/>
                <a:ea typeface="Roboto"/>
                <a:cs typeface="Roboto"/>
                <a:sym typeface="Roboto"/>
              </a:rPr>
              <a:t>Some regions show strong growth, while others lag behind  </a:t>
            </a:r>
            <a:endParaRPr b="0">
              <a:solidFill>
                <a:schemeClr val="lt1"/>
              </a:solidFill>
              <a:latin typeface="Roboto"/>
              <a:ea typeface="Roboto"/>
              <a:cs typeface="Roboto"/>
              <a:sym typeface="Roboto"/>
            </a:endParaRPr>
          </a:p>
          <a:p>
            <a:pPr marL="457200" lvl="0" indent="-317500" algn="l" rtl="0">
              <a:spcBef>
                <a:spcPts val="0"/>
              </a:spcBef>
              <a:spcAft>
                <a:spcPts val="0"/>
              </a:spcAft>
              <a:buClr>
                <a:schemeClr val="lt1"/>
              </a:buClr>
              <a:buSzPts val="1400"/>
              <a:buFont typeface="Roboto"/>
              <a:buAutoNum type="arabicPeriod"/>
            </a:pPr>
            <a:r>
              <a:rPr lang="en" b="0">
                <a:solidFill>
                  <a:schemeClr val="lt1"/>
                </a:solidFill>
                <a:latin typeface="Roboto"/>
                <a:ea typeface="Roboto"/>
                <a:cs typeface="Roboto"/>
                <a:sym typeface="Roboto"/>
              </a:rPr>
              <a:t>Top-performing states generate significantly higher revenue than others  </a:t>
            </a:r>
            <a:endParaRPr b="0">
              <a:solidFill>
                <a:schemeClr val="lt1"/>
              </a:solidFill>
              <a:latin typeface="Roboto"/>
              <a:ea typeface="Roboto"/>
              <a:cs typeface="Roboto"/>
              <a:sym typeface="Roboto"/>
            </a:endParaRPr>
          </a:p>
          <a:p>
            <a:pPr marL="457200" lvl="0" indent="-317500" algn="l" rtl="0">
              <a:spcBef>
                <a:spcPts val="0"/>
              </a:spcBef>
              <a:spcAft>
                <a:spcPts val="0"/>
              </a:spcAft>
              <a:buClr>
                <a:schemeClr val="lt1"/>
              </a:buClr>
              <a:buSzPts val="1400"/>
              <a:buFont typeface="Roboto"/>
              <a:buAutoNum type="arabicPeriod"/>
            </a:pPr>
            <a:r>
              <a:rPr lang="en" b="0">
                <a:solidFill>
                  <a:schemeClr val="lt1"/>
                </a:solidFill>
                <a:latin typeface="Roboto"/>
                <a:ea typeface="Roboto"/>
                <a:cs typeface="Roboto"/>
                <a:sym typeface="Roboto"/>
              </a:rPr>
              <a:t>Bottom-performing states contribute minimal revenue and may require strategic review  </a:t>
            </a:r>
            <a:endParaRPr b="0">
              <a:solidFill>
                <a:schemeClr val="lt1"/>
              </a:solidFill>
              <a:latin typeface="Roboto"/>
              <a:ea typeface="Roboto"/>
              <a:cs typeface="Roboto"/>
              <a:sym typeface="Roboto"/>
            </a:endParaRPr>
          </a:p>
          <a:p>
            <a:pPr marL="457200" lvl="0" indent="-317500" algn="l" rtl="0">
              <a:spcBef>
                <a:spcPts val="0"/>
              </a:spcBef>
              <a:spcAft>
                <a:spcPts val="0"/>
              </a:spcAft>
              <a:buClr>
                <a:schemeClr val="lt1"/>
              </a:buClr>
              <a:buSzPts val="1400"/>
              <a:buFont typeface="Roboto"/>
              <a:buAutoNum type="arabicPeriod"/>
            </a:pPr>
            <a:r>
              <a:rPr lang="en" b="0">
                <a:solidFill>
                  <a:schemeClr val="lt1"/>
                </a:solidFill>
                <a:latin typeface="Roboto"/>
                <a:ea typeface="Roboto"/>
                <a:cs typeface="Roboto"/>
                <a:sym typeface="Roboto"/>
              </a:rPr>
              <a:t>Growth rates vary across countries, indicating uneven regional performance </a:t>
            </a:r>
            <a:endParaRPr b="0">
              <a:solidFill>
                <a:schemeClr val="lt1"/>
              </a:solidFill>
              <a:latin typeface="Roboto"/>
              <a:ea typeface="Roboto"/>
              <a:cs typeface="Roboto"/>
              <a:sym typeface="Roboto"/>
            </a:endParaRPr>
          </a:p>
          <a:p>
            <a:pPr marL="457200" lvl="0" indent="0" algn="l" rtl="0">
              <a:lnSpc>
                <a:spcPct val="100000"/>
              </a:lnSpc>
              <a:spcBef>
                <a:spcPts val="0"/>
              </a:spcBef>
              <a:spcAft>
                <a:spcPts val="0"/>
              </a:spcAft>
              <a:buNone/>
            </a:pPr>
            <a:endParaRPr sz="1600">
              <a:solidFill>
                <a:schemeClr val="lt1"/>
              </a:solidFill>
              <a:latin typeface="Arial"/>
              <a:ea typeface="Arial"/>
              <a:cs typeface="Arial"/>
              <a:sym typeface="Arial"/>
            </a:endParaRPr>
          </a:p>
          <a:p>
            <a:pPr marL="457200" lvl="0" indent="0" algn="l" rtl="0">
              <a:lnSpc>
                <a:spcPct val="100000"/>
              </a:lnSpc>
              <a:spcBef>
                <a:spcPts val="0"/>
              </a:spcBef>
              <a:spcAft>
                <a:spcPts val="0"/>
              </a:spcAft>
              <a:buNone/>
            </a:pPr>
            <a:r>
              <a:rPr lang="en" sz="1600">
                <a:solidFill>
                  <a:schemeClr val="lt1"/>
                </a:solidFill>
                <a:latin typeface="Arial"/>
                <a:ea typeface="Arial"/>
                <a:cs typeface="Arial"/>
                <a:sym typeface="Arial"/>
              </a:rPr>
              <a:t>Overall, the revenue decline is likely driven by reduced demand rather than profitability challenges.</a:t>
            </a:r>
            <a:endParaRPr sz="1300">
              <a:solidFill>
                <a:schemeClr val="lt1"/>
              </a:solidFill>
              <a:latin typeface="Roboto"/>
              <a:ea typeface="Roboto"/>
              <a:cs typeface="Roboto"/>
              <a:sym typeface="Roboto"/>
            </a:endParaRPr>
          </a:p>
          <a:p>
            <a:pPr marL="0" lvl="0" indent="0" algn="l" rtl="0">
              <a:spcBef>
                <a:spcPts val="0"/>
              </a:spcBef>
              <a:spcAft>
                <a:spcPts val="0"/>
              </a:spcAft>
              <a:buNone/>
            </a:pPr>
            <a:endParaRPr>
              <a:solidFill>
                <a:schemeClr val="lt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76"/>
          <p:cNvSpPr txBox="1">
            <a:spLocks noGrp="1"/>
          </p:cNvSpPr>
          <p:nvPr>
            <p:ph type="subTitle" idx="1"/>
          </p:nvPr>
        </p:nvSpPr>
        <p:spPr>
          <a:xfrm>
            <a:off x="347550" y="2116300"/>
            <a:ext cx="3783000" cy="285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b="1" u="none" dirty="0">
                <a:latin typeface="Roboto"/>
                <a:ea typeface="Roboto"/>
                <a:cs typeface="Roboto"/>
                <a:sym typeface="Roboto"/>
              </a:rPr>
              <a:t>1</a:t>
            </a:r>
            <a:r>
              <a:rPr lang="en" sz="1700" u="none" dirty="0">
                <a:latin typeface="Roboto"/>
                <a:ea typeface="Roboto"/>
                <a:cs typeface="Roboto"/>
                <a:sym typeface="Roboto"/>
              </a:rPr>
              <a:t>. Rebuild demand by strengthening customer acquisition and retention, particularly targeting under-engaged segments  </a:t>
            </a:r>
            <a:endParaRPr sz="1700" u="none" dirty="0">
              <a:latin typeface="Roboto"/>
              <a:ea typeface="Roboto"/>
              <a:cs typeface="Roboto"/>
              <a:sym typeface="Roboto"/>
            </a:endParaRPr>
          </a:p>
          <a:p>
            <a:pPr marL="0" lvl="0" indent="0" algn="l" rtl="0">
              <a:spcBef>
                <a:spcPts val="0"/>
              </a:spcBef>
              <a:spcAft>
                <a:spcPts val="0"/>
              </a:spcAft>
              <a:buNone/>
            </a:pPr>
            <a:endParaRPr sz="1700" u="none" dirty="0">
              <a:latin typeface="Roboto"/>
              <a:ea typeface="Roboto"/>
              <a:cs typeface="Roboto"/>
              <a:sym typeface="Roboto"/>
            </a:endParaRPr>
          </a:p>
          <a:p>
            <a:pPr marL="0" lvl="0" indent="0" algn="l" rtl="0">
              <a:spcBef>
                <a:spcPts val="0"/>
              </a:spcBef>
              <a:spcAft>
                <a:spcPts val="0"/>
              </a:spcAft>
              <a:buNone/>
            </a:pPr>
            <a:r>
              <a:rPr lang="en" sz="1700" b="1" u="none" dirty="0">
                <a:latin typeface="Roboto"/>
                <a:ea typeface="Roboto"/>
                <a:cs typeface="Roboto"/>
                <a:sym typeface="Roboto"/>
              </a:rPr>
              <a:t>2</a:t>
            </a:r>
            <a:r>
              <a:rPr lang="en" sz="1700" u="none" dirty="0">
                <a:latin typeface="Roboto"/>
                <a:ea typeface="Roboto"/>
                <a:cs typeface="Roboto"/>
                <a:sym typeface="Roboto"/>
              </a:rPr>
              <a:t>.  Optimize the product portfolio by scaling high-performing products and reviewing or discontinuing underperforming ones </a:t>
            </a:r>
            <a:endParaRPr sz="1700" u="none" dirty="0">
              <a:latin typeface="Roboto"/>
              <a:ea typeface="Roboto"/>
              <a:cs typeface="Roboto"/>
              <a:sym typeface="Roboto"/>
            </a:endParaRPr>
          </a:p>
        </p:txBody>
      </p:sp>
      <p:sp>
        <p:nvSpPr>
          <p:cNvPr id="492" name="Google Shape;492;p76"/>
          <p:cNvSpPr txBox="1">
            <a:spLocks noGrp="1"/>
          </p:cNvSpPr>
          <p:nvPr>
            <p:ph type="title"/>
          </p:nvPr>
        </p:nvSpPr>
        <p:spPr>
          <a:xfrm>
            <a:off x="956150" y="327150"/>
            <a:ext cx="3558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rgbClr val="0000FF"/>
                </a:solidFill>
                <a:latin typeface="Roboto"/>
                <a:ea typeface="Roboto"/>
                <a:cs typeface="Roboto"/>
                <a:sym typeface="Roboto"/>
              </a:rPr>
              <a:t>Recommendations</a:t>
            </a:r>
            <a:endParaRPr sz="2000">
              <a:solidFill>
                <a:srgbClr val="0000FF"/>
              </a:solidFill>
              <a:latin typeface="Roboto"/>
              <a:ea typeface="Roboto"/>
              <a:cs typeface="Roboto"/>
              <a:sym typeface="Roboto"/>
            </a:endParaRPr>
          </a:p>
        </p:txBody>
      </p:sp>
      <p:sp>
        <p:nvSpPr>
          <p:cNvPr id="493" name="Google Shape;493;p76"/>
          <p:cNvSpPr txBox="1">
            <a:spLocks noGrp="1"/>
          </p:cNvSpPr>
          <p:nvPr>
            <p:ph type="title" idx="3"/>
          </p:nvPr>
        </p:nvSpPr>
        <p:spPr>
          <a:xfrm>
            <a:off x="7158725" y="4563900"/>
            <a:ext cx="13545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4" name="Google Shape;494;p76"/>
          <p:cNvSpPr txBox="1">
            <a:spLocks noGrp="1"/>
          </p:cNvSpPr>
          <p:nvPr>
            <p:ph type="subTitle" idx="1"/>
          </p:nvPr>
        </p:nvSpPr>
        <p:spPr>
          <a:xfrm>
            <a:off x="4803700" y="2107500"/>
            <a:ext cx="3558600" cy="267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b="1" u="none" dirty="0">
                <a:latin typeface="Roboto"/>
                <a:ea typeface="Roboto"/>
                <a:cs typeface="Roboto"/>
                <a:sym typeface="Roboto"/>
              </a:rPr>
              <a:t>3</a:t>
            </a:r>
            <a:r>
              <a:rPr lang="en" sz="1700" u="none" dirty="0">
                <a:latin typeface="Roboto"/>
                <a:ea typeface="Roboto"/>
                <a:cs typeface="Roboto"/>
                <a:sym typeface="Roboto"/>
              </a:rPr>
              <a:t>.Address regional performance gaps by investigating declining markets and reallocating investment to high-growth areas   </a:t>
            </a:r>
            <a:endParaRPr sz="1700" u="none" dirty="0">
              <a:latin typeface="Roboto"/>
              <a:ea typeface="Roboto"/>
              <a:cs typeface="Roboto"/>
              <a:sym typeface="Roboto"/>
            </a:endParaRPr>
          </a:p>
          <a:p>
            <a:pPr marL="0" lvl="0" indent="0" algn="l" rtl="0">
              <a:spcBef>
                <a:spcPts val="0"/>
              </a:spcBef>
              <a:spcAft>
                <a:spcPts val="0"/>
              </a:spcAft>
              <a:buNone/>
            </a:pPr>
            <a:endParaRPr sz="1700" u="none" dirty="0">
              <a:latin typeface="Roboto"/>
              <a:ea typeface="Roboto"/>
              <a:cs typeface="Roboto"/>
              <a:sym typeface="Roboto"/>
            </a:endParaRPr>
          </a:p>
          <a:p>
            <a:pPr marL="0" lvl="0" indent="0" algn="l" rtl="0">
              <a:spcBef>
                <a:spcPts val="0"/>
              </a:spcBef>
              <a:spcAft>
                <a:spcPts val="0"/>
              </a:spcAft>
              <a:buNone/>
            </a:pPr>
            <a:r>
              <a:rPr lang="en" sz="1700" b="1" u="none" dirty="0">
                <a:latin typeface="Roboto"/>
                <a:ea typeface="Roboto"/>
                <a:cs typeface="Roboto"/>
                <a:sym typeface="Roboto"/>
              </a:rPr>
              <a:t>4</a:t>
            </a:r>
            <a:r>
              <a:rPr lang="en" sz="1700" u="none" dirty="0">
                <a:latin typeface="Roboto"/>
                <a:ea typeface="Roboto"/>
                <a:cs typeface="Roboto"/>
                <a:sym typeface="Roboto"/>
              </a:rPr>
              <a:t>. • Improve new store performance by applying best practices from top-performing locations to accelerate ramp-up   </a:t>
            </a:r>
            <a:endParaRPr sz="1700" u="none" dirty="0">
              <a:latin typeface="Roboto"/>
              <a:ea typeface="Roboto"/>
              <a:cs typeface="Roboto"/>
              <a:sym typeface="Roboto"/>
            </a:endParaRPr>
          </a:p>
        </p:txBody>
      </p:sp>
      <p:sp>
        <p:nvSpPr>
          <p:cNvPr id="495" name="Google Shape;495;p76"/>
          <p:cNvSpPr txBox="1">
            <a:spLocks noGrp="1"/>
          </p:cNvSpPr>
          <p:nvPr>
            <p:ph type="title"/>
          </p:nvPr>
        </p:nvSpPr>
        <p:spPr>
          <a:xfrm>
            <a:off x="425200" y="864875"/>
            <a:ext cx="7893900" cy="110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900">
                <a:solidFill>
                  <a:schemeClr val="lt1"/>
                </a:solidFill>
                <a:latin typeface="Roboto"/>
                <a:ea typeface="Roboto"/>
                <a:cs typeface="Roboto"/>
                <a:sym typeface="Roboto"/>
              </a:rPr>
              <a:t>T</a:t>
            </a:r>
            <a:r>
              <a:rPr lang="en" sz="1700">
                <a:solidFill>
                  <a:schemeClr val="lt1"/>
                </a:solidFill>
                <a:latin typeface="Roboto"/>
                <a:ea typeface="Roboto"/>
                <a:cs typeface="Roboto"/>
                <a:sym typeface="Roboto"/>
              </a:rPr>
              <a:t>o reverse the revenue decline, the business should focus on rebuilding customer demand, reducing product concentration risk, and improving performance across weaker regions and newer stores.</a:t>
            </a:r>
            <a:r>
              <a:rPr lang="en" sz="1700" b="0">
                <a:solidFill>
                  <a:schemeClr val="lt1"/>
                </a:solidFill>
                <a:latin typeface="Roboto"/>
                <a:ea typeface="Roboto"/>
                <a:cs typeface="Roboto"/>
                <a:sym typeface="Roboto"/>
              </a:rPr>
              <a:t> </a:t>
            </a:r>
            <a:endParaRPr sz="1700">
              <a:solidFill>
                <a:schemeClr val="lt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ales Pitch">
  <a:themeElements>
    <a:clrScheme name="Simple Light">
      <a:dk1>
        <a:srgbClr val="08005F"/>
      </a:dk1>
      <a:lt1>
        <a:srgbClr val="FFFFFF"/>
      </a:lt1>
      <a:dk2>
        <a:srgbClr val="000000"/>
      </a:dk2>
      <a:lt2>
        <a:srgbClr val="B1A1FF"/>
      </a:lt2>
      <a:accent1>
        <a:srgbClr val="A1FF5F"/>
      </a:accent1>
      <a:accent2>
        <a:srgbClr val="1BBE90"/>
      </a:accent2>
      <a:accent3>
        <a:srgbClr val="0A485F"/>
      </a:accent3>
      <a:accent4>
        <a:srgbClr val="9ACAE0"/>
      </a:accent4>
      <a:accent5>
        <a:srgbClr val="D1D1EB"/>
      </a:accent5>
      <a:accent6>
        <a:srgbClr val="2837DB"/>
      </a:accent6>
      <a:hlink>
        <a:srgbClr val="2837D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550</Words>
  <Application>Microsoft Office PowerPoint</Application>
  <PresentationFormat>On-screen Show (16:9)</PresentationFormat>
  <Paragraphs>48</Paragraphs>
  <Slides>10</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Albert Sans</vt:lpstr>
      <vt:lpstr>Arial</vt:lpstr>
      <vt:lpstr>Roboto</vt:lpstr>
      <vt:lpstr>Nanum Myeongjo</vt:lpstr>
      <vt:lpstr>Geometric</vt:lpstr>
      <vt:lpstr>Sales Pitch</vt:lpstr>
      <vt:lpstr>PowerPoint Presentation</vt:lpstr>
      <vt:lpstr>Executive Summary</vt:lpstr>
      <vt:lpstr>SOLUTION</vt:lpstr>
      <vt:lpstr>Data Model Overview: </vt:lpstr>
      <vt:lpstr>PowerPoint Presentation</vt:lpstr>
      <vt:lpstr>PowerPoint Presentation</vt:lpstr>
      <vt:lpstr>PowerPoint Presentation</vt:lpstr>
      <vt:lpstr>PowerPoint Presentation</vt:lpstr>
      <vt:lpstr>KEY FINDING</vt:lpstr>
      <vt:lpstr>Recommendations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Busayo Ajayi</cp:lastModifiedBy>
  <cp:revision>1</cp:revision>
  <dcterms:modified xsi:type="dcterms:W3CDTF">2026-04-19T02:22:27Z</dcterms:modified>
</cp:coreProperties>
</file>